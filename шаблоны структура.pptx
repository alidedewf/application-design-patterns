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1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13"/>
    <p:restoredTop sz="94716"/>
  </p:normalViewPr>
  <p:slideViewPr>
    <p:cSldViewPr snapToGrid="0">
      <p:cViewPr varScale="1">
        <p:scale>
          <a:sx n="82" d="100"/>
          <a:sy n="82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B77212-4E9E-4F73-A27A-DFA63C606595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57FA52C-35DB-4513-87F9-AF36EBD8F4E6}">
      <dgm:prSet/>
      <dgm:spPr/>
      <dgm:t>
        <a:bodyPr/>
        <a:lstStyle/>
        <a:p>
          <a:r>
            <a:rPr lang="ru-RU"/>
            <a:t>понятность кода;</a:t>
          </a:r>
          <a:endParaRPr lang="en-US"/>
        </a:p>
      </dgm:t>
    </dgm:pt>
    <dgm:pt modelId="{32B9D6EB-44F0-4CC6-AD56-1C228A636C23}" type="parTrans" cxnId="{22F9CCFD-885C-45E7-81C2-DE127065E377}">
      <dgm:prSet/>
      <dgm:spPr/>
      <dgm:t>
        <a:bodyPr/>
        <a:lstStyle/>
        <a:p>
          <a:endParaRPr lang="en-US"/>
        </a:p>
      </dgm:t>
    </dgm:pt>
    <dgm:pt modelId="{86DDADC9-E645-436C-99FF-59B689FAA385}" type="sibTrans" cxnId="{22F9CCFD-885C-45E7-81C2-DE127065E377}">
      <dgm:prSet/>
      <dgm:spPr/>
      <dgm:t>
        <a:bodyPr/>
        <a:lstStyle/>
        <a:p>
          <a:endParaRPr lang="en-US"/>
        </a:p>
      </dgm:t>
    </dgm:pt>
    <dgm:pt modelId="{29B99424-FD11-4DC3-9DE1-F1154E461942}">
      <dgm:prSet/>
      <dgm:spPr/>
      <dgm:t>
        <a:bodyPr/>
        <a:lstStyle/>
        <a:p>
          <a:r>
            <a:rPr lang="ru-RU"/>
            <a:t>скорость разработки;</a:t>
          </a:r>
          <a:endParaRPr lang="en-US"/>
        </a:p>
      </dgm:t>
    </dgm:pt>
    <dgm:pt modelId="{87BD51FA-E17C-4B27-9224-A100110ABA46}" type="parTrans" cxnId="{A8711E45-23B7-462D-A3C7-AB8A0B72E406}">
      <dgm:prSet/>
      <dgm:spPr/>
      <dgm:t>
        <a:bodyPr/>
        <a:lstStyle/>
        <a:p>
          <a:endParaRPr lang="en-US"/>
        </a:p>
      </dgm:t>
    </dgm:pt>
    <dgm:pt modelId="{6E255E21-D8F1-4A47-ADAA-37CD8BA8D92C}" type="sibTrans" cxnId="{A8711E45-23B7-462D-A3C7-AB8A0B72E406}">
      <dgm:prSet/>
      <dgm:spPr/>
      <dgm:t>
        <a:bodyPr/>
        <a:lstStyle/>
        <a:p>
          <a:endParaRPr lang="en-US"/>
        </a:p>
      </dgm:t>
    </dgm:pt>
    <dgm:pt modelId="{32709995-165F-4A60-A3E0-34CA53FB349F}">
      <dgm:prSet/>
      <dgm:spPr/>
      <dgm:t>
        <a:bodyPr/>
        <a:lstStyle/>
        <a:p>
          <a:r>
            <a:rPr lang="ru-RU"/>
            <a:t>удобство совместной работы;</a:t>
          </a:r>
          <a:endParaRPr lang="en-US"/>
        </a:p>
      </dgm:t>
    </dgm:pt>
    <dgm:pt modelId="{A958923D-95BF-490D-86E1-FCD0E7CE389A}" type="parTrans" cxnId="{8F951923-0137-4FAB-A840-181A4C4E251E}">
      <dgm:prSet/>
      <dgm:spPr/>
      <dgm:t>
        <a:bodyPr/>
        <a:lstStyle/>
        <a:p>
          <a:endParaRPr lang="en-US"/>
        </a:p>
      </dgm:t>
    </dgm:pt>
    <dgm:pt modelId="{F0D8E4B9-B476-47D6-ACEB-4D250A8B57E3}" type="sibTrans" cxnId="{8F951923-0137-4FAB-A840-181A4C4E251E}">
      <dgm:prSet/>
      <dgm:spPr/>
      <dgm:t>
        <a:bodyPr/>
        <a:lstStyle/>
        <a:p>
          <a:endParaRPr lang="en-US"/>
        </a:p>
      </dgm:t>
    </dgm:pt>
    <dgm:pt modelId="{07A99B52-BEA3-4813-8C30-A5713733E8B0}">
      <dgm:prSet/>
      <dgm:spPr/>
      <dgm:t>
        <a:bodyPr/>
        <a:lstStyle/>
        <a:p>
          <a:r>
            <a:rPr lang="ru-RU"/>
            <a:t>масштабируемость проекта.</a:t>
          </a:r>
          <a:endParaRPr lang="en-US"/>
        </a:p>
      </dgm:t>
    </dgm:pt>
    <dgm:pt modelId="{08691874-9AD2-492D-8B8B-F93C92B4EAA6}" type="parTrans" cxnId="{F6CDC83B-C149-4631-915A-59B014C568F8}">
      <dgm:prSet/>
      <dgm:spPr/>
      <dgm:t>
        <a:bodyPr/>
        <a:lstStyle/>
        <a:p>
          <a:endParaRPr lang="en-US"/>
        </a:p>
      </dgm:t>
    </dgm:pt>
    <dgm:pt modelId="{821E5B09-1DA9-4035-B030-FADE463FD2B5}" type="sibTrans" cxnId="{F6CDC83B-C149-4631-915A-59B014C568F8}">
      <dgm:prSet/>
      <dgm:spPr/>
      <dgm:t>
        <a:bodyPr/>
        <a:lstStyle/>
        <a:p>
          <a:endParaRPr lang="en-US"/>
        </a:p>
      </dgm:t>
    </dgm:pt>
    <dgm:pt modelId="{CF3151BC-2A71-BC4D-AC83-D841F552F798}" type="pres">
      <dgm:prSet presAssocID="{B8B77212-4E9E-4F73-A27A-DFA63C606595}" presName="vert0" presStyleCnt="0">
        <dgm:presLayoutVars>
          <dgm:dir/>
          <dgm:animOne val="branch"/>
          <dgm:animLvl val="lvl"/>
        </dgm:presLayoutVars>
      </dgm:prSet>
      <dgm:spPr/>
    </dgm:pt>
    <dgm:pt modelId="{9F784BCE-9758-4A4B-805F-9411C507430D}" type="pres">
      <dgm:prSet presAssocID="{957FA52C-35DB-4513-87F9-AF36EBD8F4E6}" presName="thickLine" presStyleLbl="alignNode1" presStyleIdx="0" presStyleCnt="4"/>
      <dgm:spPr/>
    </dgm:pt>
    <dgm:pt modelId="{9ADC6124-2A1C-C143-9E31-C1EFBE050DAE}" type="pres">
      <dgm:prSet presAssocID="{957FA52C-35DB-4513-87F9-AF36EBD8F4E6}" presName="horz1" presStyleCnt="0"/>
      <dgm:spPr/>
    </dgm:pt>
    <dgm:pt modelId="{EC763D42-1E9F-5546-BACD-DA9203C9B8FB}" type="pres">
      <dgm:prSet presAssocID="{957FA52C-35DB-4513-87F9-AF36EBD8F4E6}" presName="tx1" presStyleLbl="revTx" presStyleIdx="0" presStyleCnt="4"/>
      <dgm:spPr/>
    </dgm:pt>
    <dgm:pt modelId="{DEDEFA1F-9307-6143-A2A7-7CA6E5F350A1}" type="pres">
      <dgm:prSet presAssocID="{957FA52C-35DB-4513-87F9-AF36EBD8F4E6}" presName="vert1" presStyleCnt="0"/>
      <dgm:spPr/>
    </dgm:pt>
    <dgm:pt modelId="{B8978499-500E-854E-BE79-A2B0BDA377E2}" type="pres">
      <dgm:prSet presAssocID="{29B99424-FD11-4DC3-9DE1-F1154E461942}" presName="thickLine" presStyleLbl="alignNode1" presStyleIdx="1" presStyleCnt="4"/>
      <dgm:spPr/>
    </dgm:pt>
    <dgm:pt modelId="{8A3FFC61-9A91-DE4E-A520-A1F213F63AE3}" type="pres">
      <dgm:prSet presAssocID="{29B99424-FD11-4DC3-9DE1-F1154E461942}" presName="horz1" presStyleCnt="0"/>
      <dgm:spPr/>
    </dgm:pt>
    <dgm:pt modelId="{E72C70EB-BC9F-414D-ADFE-51D48BA32EBC}" type="pres">
      <dgm:prSet presAssocID="{29B99424-FD11-4DC3-9DE1-F1154E461942}" presName="tx1" presStyleLbl="revTx" presStyleIdx="1" presStyleCnt="4"/>
      <dgm:spPr/>
    </dgm:pt>
    <dgm:pt modelId="{BEECFD64-9498-7C49-82EC-3D56EA6F5A4E}" type="pres">
      <dgm:prSet presAssocID="{29B99424-FD11-4DC3-9DE1-F1154E461942}" presName="vert1" presStyleCnt="0"/>
      <dgm:spPr/>
    </dgm:pt>
    <dgm:pt modelId="{783BFF62-930B-C848-BCDB-AB4FDEA382D7}" type="pres">
      <dgm:prSet presAssocID="{32709995-165F-4A60-A3E0-34CA53FB349F}" presName="thickLine" presStyleLbl="alignNode1" presStyleIdx="2" presStyleCnt="4"/>
      <dgm:spPr/>
    </dgm:pt>
    <dgm:pt modelId="{9ADA92C1-84CB-E14B-A0F4-E07D3AE97384}" type="pres">
      <dgm:prSet presAssocID="{32709995-165F-4A60-A3E0-34CA53FB349F}" presName="horz1" presStyleCnt="0"/>
      <dgm:spPr/>
    </dgm:pt>
    <dgm:pt modelId="{5B122C90-1546-7449-A761-5F42BD1FEBBE}" type="pres">
      <dgm:prSet presAssocID="{32709995-165F-4A60-A3E0-34CA53FB349F}" presName="tx1" presStyleLbl="revTx" presStyleIdx="2" presStyleCnt="4"/>
      <dgm:spPr/>
    </dgm:pt>
    <dgm:pt modelId="{0308899C-3344-4347-BE2B-1AB974E79BD8}" type="pres">
      <dgm:prSet presAssocID="{32709995-165F-4A60-A3E0-34CA53FB349F}" presName="vert1" presStyleCnt="0"/>
      <dgm:spPr/>
    </dgm:pt>
    <dgm:pt modelId="{F569F660-3BFD-B044-896A-85E5706A6DCA}" type="pres">
      <dgm:prSet presAssocID="{07A99B52-BEA3-4813-8C30-A5713733E8B0}" presName="thickLine" presStyleLbl="alignNode1" presStyleIdx="3" presStyleCnt="4"/>
      <dgm:spPr/>
    </dgm:pt>
    <dgm:pt modelId="{55F9CEE8-718E-904C-BE5A-982C11D5E308}" type="pres">
      <dgm:prSet presAssocID="{07A99B52-BEA3-4813-8C30-A5713733E8B0}" presName="horz1" presStyleCnt="0"/>
      <dgm:spPr/>
    </dgm:pt>
    <dgm:pt modelId="{1A3B5374-5C11-EC4E-BE71-8B23466F3D8C}" type="pres">
      <dgm:prSet presAssocID="{07A99B52-BEA3-4813-8C30-A5713733E8B0}" presName="tx1" presStyleLbl="revTx" presStyleIdx="3" presStyleCnt="4"/>
      <dgm:spPr/>
    </dgm:pt>
    <dgm:pt modelId="{1F4EF878-443F-D04E-BD54-38EA2FC8A4E6}" type="pres">
      <dgm:prSet presAssocID="{07A99B52-BEA3-4813-8C30-A5713733E8B0}" presName="vert1" presStyleCnt="0"/>
      <dgm:spPr/>
    </dgm:pt>
  </dgm:ptLst>
  <dgm:cxnLst>
    <dgm:cxn modelId="{8F951923-0137-4FAB-A840-181A4C4E251E}" srcId="{B8B77212-4E9E-4F73-A27A-DFA63C606595}" destId="{32709995-165F-4A60-A3E0-34CA53FB349F}" srcOrd="2" destOrd="0" parTransId="{A958923D-95BF-490D-86E1-FCD0E7CE389A}" sibTransId="{F0D8E4B9-B476-47D6-ACEB-4D250A8B57E3}"/>
    <dgm:cxn modelId="{F6CDC83B-C149-4631-915A-59B014C568F8}" srcId="{B8B77212-4E9E-4F73-A27A-DFA63C606595}" destId="{07A99B52-BEA3-4813-8C30-A5713733E8B0}" srcOrd="3" destOrd="0" parTransId="{08691874-9AD2-492D-8B8B-F93C92B4EAA6}" sibTransId="{821E5B09-1DA9-4035-B030-FADE463FD2B5}"/>
    <dgm:cxn modelId="{A8711E45-23B7-462D-A3C7-AB8A0B72E406}" srcId="{B8B77212-4E9E-4F73-A27A-DFA63C606595}" destId="{29B99424-FD11-4DC3-9DE1-F1154E461942}" srcOrd="1" destOrd="0" parTransId="{87BD51FA-E17C-4B27-9224-A100110ABA46}" sibTransId="{6E255E21-D8F1-4A47-ADAA-37CD8BA8D92C}"/>
    <dgm:cxn modelId="{D8DC617A-D88B-BC4F-9AA0-45EC53E87F58}" type="presOf" srcId="{29B99424-FD11-4DC3-9DE1-F1154E461942}" destId="{E72C70EB-BC9F-414D-ADFE-51D48BA32EBC}" srcOrd="0" destOrd="0" presId="urn:microsoft.com/office/officeart/2008/layout/LinedList"/>
    <dgm:cxn modelId="{A0F19CBE-814C-3F43-9CB4-DFCEE1FD9771}" type="presOf" srcId="{B8B77212-4E9E-4F73-A27A-DFA63C606595}" destId="{CF3151BC-2A71-BC4D-AC83-D841F552F798}" srcOrd="0" destOrd="0" presId="urn:microsoft.com/office/officeart/2008/layout/LinedList"/>
    <dgm:cxn modelId="{910908DC-7E16-E240-B5CF-6441B431B432}" type="presOf" srcId="{957FA52C-35DB-4513-87F9-AF36EBD8F4E6}" destId="{EC763D42-1E9F-5546-BACD-DA9203C9B8FB}" srcOrd="0" destOrd="0" presId="urn:microsoft.com/office/officeart/2008/layout/LinedList"/>
    <dgm:cxn modelId="{A5C2FAF2-2BB2-3F45-A491-FCB43AF20CA5}" type="presOf" srcId="{07A99B52-BEA3-4813-8C30-A5713733E8B0}" destId="{1A3B5374-5C11-EC4E-BE71-8B23466F3D8C}" srcOrd="0" destOrd="0" presId="urn:microsoft.com/office/officeart/2008/layout/LinedList"/>
    <dgm:cxn modelId="{C4AB97F3-8BD2-0540-BEEB-8433A325AE0A}" type="presOf" srcId="{32709995-165F-4A60-A3E0-34CA53FB349F}" destId="{5B122C90-1546-7449-A761-5F42BD1FEBBE}" srcOrd="0" destOrd="0" presId="urn:microsoft.com/office/officeart/2008/layout/LinedList"/>
    <dgm:cxn modelId="{22F9CCFD-885C-45E7-81C2-DE127065E377}" srcId="{B8B77212-4E9E-4F73-A27A-DFA63C606595}" destId="{957FA52C-35DB-4513-87F9-AF36EBD8F4E6}" srcOrd="0" destOrd="0" parTransId="{32B9D6EB-44F0-4CC6-AD56-1C228A636C23}" sibTransId="{86DDADC9-E645-436C-99FF-59B689FAA385}"/>
    <dgm:cxn modelId="{4B21178B-7410-DD46-8BA3-4FFBDFFA40B7}" type="presParOf" srcId="{CF3151BC-2A71-BC4D-AC83-D841F552F798}" destId="{9F784BCE-9758-4A4B-805F-9411C507430D}" srcOrd="0" destOrd="0" presId="urn:microsoft.com/office/officeart/2008/layout/LinedList"/>
    <dgm:cxn modelId="{431863F0-C1BE-2A4F-BD4C-7914E6AB9C5A}" type="presParOf" srcId="{CF3151BC-2A71-BC4D-AC83-D841F552F798}" destId="{9ADC6124-2A1C-C143-9E31-C1EFBE050DAE}" srcOrd="1" destOrd="0" presId="urn:microsoft.com/office/officeart/2008/layout/LinedList"/>
    <dgm:cxn modelId="{96891EF5-D910-A846-A87F-C46E9644A861}" type="presParOf" srcId="{9ADC6124-2A1C-C143-9E31-C1EFBE050DAE}" destId="{EC763D42-1E9F-5546-BACD-DA9203C9B8FB}" srcOrd="0" destOrd="0" presId="urn:microsoft.com/office/officeart/2008/layout/LinedList"/>
    <dgm:cxn modelId="{F20C2B07-14A7-9143-BD3A-6FD0E5093788}" type="presParOf" srcId="{9ADC6124-2A1C-C143-9E31-C1EFBE050DAE}" destId="{DEDEFA1F-9307-6143-A2A7-7CA6E5F350A1}" srcOrd="1" destOrd="0" presId="urn:microsoft.com/office/officeart/2008/layout/LinedList"/>
    <dgm:cxn modelId="{5EDE31B7-85E5-0749-81C6-455805E1336A}" type="presParOf" srcId="{CF3151BC-2A71-BC4D-AC83-D841F552F798}" destId="{B8978499-500E-854E-BE79-A2B0BDA377E2}" srcOrd="2" destOrd="0" presId="urn:microsoft.com/office/officeart/2008/layout/LinedList"/>
    <dgm:cxn modelId="{7549B207-F1F6-3E49-AF1A-5FDAC62E26E2}" type="presParOf" srcId="{CF3151BC-2A71-BC4D-AC83-D841F552F798}" destId="{8A3FFC61-9A91-DE4E-A520-A1F213F63AE3}" srcOrd="3" destOrd="0" presId="urn:microsoft.com/office/officeart/2008/layout/LinedList"/>
    <dgm:cxn modelId="{F6D53F96-5041-5545-BC72-5228AB995547}" type="presParOf" srcId="{8A3FFC61-9A91-DE4E-A520-A1F213F63AE3}" destId="{E72C70EB-BC9F-414D-ADFE-51D48BA32EBC}" srcOrd="0" destOrd="0" presId="urn:microsoft.com/office/officeart/2008/layout/LinedList"/>
    <dgm:cxn modelId="{30146EC8-CA7B-2446-94CA-5AC4A62ED9C7}" type="presParOf" srcId="{8A3FFC61-9A91-DE4E-A520-A1F213F63AE3}" destId="{BEECFD64-9498-7C49-82EC-3D56EA6F5A4E}" srcOrd="1" destOrd="0" presId="urn:microsoft.com/office/officeart/2008/layout/LinedList"/>
    <dgm:cxn modelId="{C64C2271-C2A6-9F43-9CA5-AAD88C661191}" type="presParOf" srcId="{CF3151BC-2A71-BC4D-AC83-D841F552F798}" destId="{783BFF62-930B-C848-BCDB-AB4FDEA382D7}" srcOrd="4" destOrd="0" presId="urn:microsoft.com/office/officeart/2008/layout/LinedList"/>
    <dgm:cxn modelId="{FE6A2C7B-BD09-FF4F-9BBA-003A0063548D}" type="presParOf" srcId="{CF3151BC-2A71-BC4D-AC83-D841F552F798}" destId="{9ADA92C1-84CB-E14B-A0F4-E07D3AE97384}" srcOrd="5" destOrd="0" presId="urn:microsoft.com/office/officeart/2008/layout/LinedList"/>
    <dgm:cxn modelId="{236397F3-A217-724F-B8CB-7C440A0FCC04}" type="presParOf" srcId="{9ADA92C1-84CB-E14B-A0F4-E07D3AE97384}" destId="{5B122C90-1546-7449-A761-5F42BD1FEBBE}" srcOrd="0" destOrd="0" presId="urn:microsoft.com/office/officeart/2008/layout/LinedList"/>
    <dgm:cxn modelId="{2064B758-61E6-BD49-8EFF-7B86D9B0E76A}" type="presParOf" srcId="{9ADA92C1-84CB-E14B-A0F4-E07D3AE97384}" destId="{0308899C-3344-4347-BE2B-1AB974E79BD8}" srcOrd="1" destOrd="0" presId="urn:microsoft.com/office/officeart/2008/layout/LinedList"/>
    <dgm:cxn modelId="{F336252B-11B6-494D-9ADB-170D1C067377}" type="presParOf" srcId="{CF3151BC-2A71-BC4D-AC83-D841F552F798}" destId="{F569F660-3BFD-B044-896A-85E5706A6DCA}" srcOrd="6" destOrd="0" presId="urn:microsoft.com/office/officeart/2008/layout/LinedList"/>
    <dgm:cxn modelId="{BD9498C6-8400-8447-B653-4D656C8B3D28}" type="presParOf" srcId="{CF3151BC-2A71-BC4D-AC83-D841F552F798}" destId="{55F9CEE8-718E-904C-BE5A-982C11D5E308}" srcOrd="7" destOrd="0" presId="urn:microsoft.com/office/officeart/2008/layout/LinedList"/>
    <dgm:cxn modelId="{FBD96EFA-5739-6C40-B8DF-5C390739A986}" type="presParOf" srcId="{55F9CEE8-718E-904C-BE5A-982C11D5E308}" destId="{1A3B5374-5C11-EC4E-BE71-8B23466F3D8C}" srcOrd="0" destOrd="0" presId="urn:microsoft.com/office/officeart/2008/layout/LinedList"/>
    <dgm:cxn modelId="{37015541-4A5E-1C41-8146-1341D8E0BB86}" type="presParOf" srcId="{55F9CEE8-718E-904C-BE5A-982C11D5E308}" destId="{1F4EF878-443F-D04E-BD54-38EA2FC8A4E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3CFF77-E547-40C7-8918-1475AAE87256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9FB6122-229C-48A0-94CC-656002F01F1A}">
      <dgm:prSet/>
      <dgm:spPr/>
      <dgm:t>
        <a:bodyPr/>
        <a:lstStyle/>
        <a:p>
          <a:r>
            <a:rPr lang="ru-RU" b="1"/>
            <a:t>Разделение по функциям</a:t>
          </a:r>
          <a:r>
            <a:rPr lang="ru-RU"/>
            <a:t> — логику, интерфейс и данные хранить отдельно.</a:t>
          </a:r>
          <a:endParaRPr lang="en-US"/>
        </a:p>
      </dgm:t>
    </dgm:pt>
    <dgm:pt modelId="{44A61D2E-5270-4ED4-8C72-A9B9265C8014}" type="parTrans" cxnId="{3FD38EBF-A292-4C39-9631-1E57173FADA0}">
      <dgm:prSet/>
      <dgm:spPr/>
      <dgm:t>
        <a:bodyPr/>
        <a:lstStyle/>
        <a:p>
          <a:endParaRPr lang="en-US"/>
        </a:p>
      </dgm:t>
    </dgm:pt>
    <dgm:pt modelId="{0201C8D5-EC84-41FE-BB5A-10433823BA9A}" type="sibTrans" cxnId="{3FD38EBF-A292-4C39-9631-1E57173FADA0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072976F6-FB06-48EC-864E-E7A579204B36}">
      <dgm:prSet/>
      <dgm:spPr/>
      <dgm:t>
        <a:bodyPr/>
        <a:lstStyle/>
        <a:p>
          <a:r>
            <a:rPr lang="ru-RU" b="1"/>
            <a:t>Минимальная вложенность</a:t>
          </a:r>
          <a:r>
            <a:rPr lang="ru-RU"/>
            <a:t> — избегать слишком глубокой структуры.</a:t>
          </a:r>
          <a:endParaRPr lang="en-US"/>
        </a:p>
      </dgm:t>
    </dgm:pt>
    <dgm:pt modelId="{BDB0014F-4290-4265-8452-88C9CC5339F4}" type="parTrans" cxnId="{060CECA8-38F6-4E95-A9C2-6BCC072788CC}">
      <dgm:prSet/>
      <dgm:spPr/>
      <dgm:t>
        <a:bodyPr/>
        <a:lstStyle/>
        <a:p>
          <a:endParaRPr lang="en-US"/>
        </a:p>
      </dgm:t>
    </dgm:pt>
    <dgm:pt modelId="{FB99D205-A06A-48D7-B2B6-4BA1722AA6F9}" type="sibTrans" cxnId="{060CECA8-38F6-4E95-A9C2-6BCC072788CC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30752643-75B2-43B0-9104-5528BAA7EF52}">
      <dgm:prSet/>
      <dgm:spPr/>
      <dgm:t>
        <a:bodyPr/>
        <a:lstStyle/>
        <a:p>
          <a:r>
            <a:rPr lang="ru-RU" b="1"/>
            <a:t>Модульность</a:t>
          </a:r>
          <a:r>
            <a:rPr lang="ru-RU"/>
            <a:t> — каждая папка отвечает за определённый компонент или модуль.</a:t>
          </a:r>
          <a:endParaRPr lang="en-US"/>
        </a:p>
      </dgm:t>
    </dgm:pt>
    <dgm:pt modelId="{8F2B10B2-D629-4A50-AFBC-013055007102}" type="parTrans" cxnId="{8C39CB5B-F403-4DF3-9543-E738F8403C08}">
      <dgm:prSet/>
      <dgm:spPr/>
      <dgm:t>
        <a:bodyPr/>
        <a:lstStyle/>
        <a:p>
          <a:endParaRPr lang="en-US"/>
        </a:p>
      </dgm:t>
    </dgm:pt>
    <dgm:pt modelId="{34FA9D6D-4791-4717-B078-A9F708D97EEE}" type="sibTrans" cxnId="{8C39CB5B-F403-4DF3-9543-E738F8403C08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246629DE-740D-45E1-85D5-0249224692A0}">
      <dgm:prSet/>
      <dgm:spPr/>
      <dgm:t>
        <a:bodyPr/>
        <a:lstStyle/>
        <a:p>
          <a:r>
            <a:rPr lang="ru-RU" b="1"/>
            <a:t>Документация</a:t>
          </a:r>
          <a:r>
            <a:rPr lang="ru-RU"/>
            <a:t> — </a:t>
          </a:r>
          <a:r>
            <a:rPr lang="en-US"/>
            <a:t>README-</a:t>
          </a:r>
          <a:r>
            <a:rPr lang="ru-RU"/>
            <a:t>файл в корне каждой крупной директории</a:t>
          </a:r>
          <a:endParaRPr lang="en-US"/>
        </a:p>
      </dgm:t>
    </dgm:pt>
    <dgm:pt modelId="{7AEBB221-F0E9-48A6-96D1-63B6F7531F37}" type="parTrans" cxnId="{07E9C81F-F352-45DD-AEDA-0255ECDB5EED}">
      <dgm:prSet/>
      <dgm:spPr/>
      <dgm:t>
        <a:bodyPr/>
        <a:lstStyle/>
        <a:p>
          <a:endParaRPr lang="en-US"/>
        </a:p>
      </dgm:t>
    </dgm:pt>
    <dgm:pt modelId="{95956B1D-32B7-454F-AF65-92C98C298ABA}" type="sibTrans" cxnId="{07E9C81F-F352-45DD-AEDA-0255ECDB5EED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B2112D1C-39F8-0D4B-8F1A-4DBE60F8DEB7}" type="pres">
      <dgm:prSet presAssocID="{493CFF77-E547-40C7-8918-1475AAE87256}" presName="Name0" presStyleCnt="0">
        <dgm:presLayoutVars>
          <dgm:animLvl val="lvl"/>
          <dgm:resizeHandles val="exact"/>
        </dgm:presLayoutVars>
      </dgm:prSet>
      <dgm:spPr/>
    </dgm:pt>
    <dgm:pt modelId="{846F6396-6FDE-9444-A9E2-D682CC51F9FE}" type="pres">
      <dgm:prSet presAssocID="{29FB6122-229C-48A0-94CC-656002F01F1A}" presName="compositeNode" presStyleCnt="0">
        <dgm:presLayoutVars>
          <dgm:bulletEnabled val="1"/>
        </dgm:presLayoutVars>
      </dgm:prSet>
      <dgm:spPr/>
    </dgm:pt>
    <dgm:pt modelId="{0F29E6E4-40AD-2C43-B5C0-EE1102EE178F}" type="pres">
      <dgm:prSet presAssocID="{29FB6122-229C-48A0-94CC-656002F01F1A}" presName="bgRect" presStyleLbl="bgAccFollowNode1" presStyleIdx="0" presStyleCnt="4"/>
      <dgm:spPr/>
    </dgm:pt>
    <dgm:pt modelId="{2EA61404-8289-F743-89DA-714609D0CE43}" type="pres">
      <dgm:prSet presAssocID="{0201C8D5-EC84-41FE-BB5A-10433823BA9A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3A516172-D513-F546-A762-822BDECC83F7}" type="pres">
      <dgm:prSet presAssocID="{29FB6122-229C-48A0-94CC-656002F01F1A}" presName="bottomLine" presStyleLbl="alignNode1" presStyleIdx="1" presStyleCnt="8">
        <dgm:presLayoutVars/>
      </dgm:prSet>
      <dgm:spPr/>
    </dgm:pt>
    <dgm:pt modelId="{DD116F6C-30C5-2E4D-AE4E-9C6E729871E9}" type="pres">
      <dgm:prSet presAssocID="{29FB6122-229C-48A0-94CC-656002F01F1A}" presName="nodeText" presStyleLbl="bgAccFollowNode1" presStyleIdx="0" presStyleCnt="4">
        <dgm:presLayoutVars>
          <dgm:bulletEnabled val="1"/>
        </dgm:presLayoutVars>
      </dgm:prSet>
      <dgm:spPr/>
    </dgm:pt>
    <dgm:pt modelId="{31B53ECC-2C73-764C-A834-E67210E98728}" type="pres">
      <dgm:prSet presAssocID="{0201C8D5-EC84-41FE-BB5A-10433823BA9A}" presName="sibTrans" presStyleCnt="0"/>
      <dgm:spPr/>
    </dgm:pt>
    <dgm:pt modelId="{025A7CEE-492E-8A4A-9F03-A77E04FF8EA1}" type="pres">
      <dgm:prSet presAssocID="{072976F6-FB06-48EC-864E-E7A579204B36}" presName="compositeNode" presStyleCnt="0">
        <dgm:presLayoutVars>
          <dgm:bulletEnabled val="1"/>
        </dgm:presLayoutVars>
      </dgm:prSet>
      <dgm:spPr/>
    </dgm:pt>
    <dgm:pt modelId="{59EFB597-D14B-3242-A9C2-219D184B8207}" type="pres">
      <dgm:prSet presAssocID="{072976F6-FB06-48EC-864E-E7A579204B36}" presName="bgRect" presStyleLbl="bgAccFollowNode1" presStyleIdx="1" presStyleCnt="4"/>
      <dgm:spPr/>
    </dgm:pt>
    <dgm:pt modelId="{EC187D10-E2BD-764F-BB4E-B8CF000FDB19}" type="pres">
      <dgm:prSet presAssocID="{FB99D205-A06A-48D7-B2B6-4BA1722AA6F9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3A205B5A-2D36-D747-9339-33EF004A0F61}" type="pres">
      <dgm:prSet presAssocID="{072976F6-FB06-48EC-864E-E7A579204B36}" presName="bottomLine" presStyleLbl="alignNode1" presStyleIdx="3" presStyleCnt="8">
        <dgm:presLayoutVars/>
      </dgm:prSet>
      <dgm:spPr/>
    </dgm:pt>
    <dgm:pt modelId="{BC5F86F7-65A6-054A-9794-DEC61A6BF231}" type="pres">
      <dgm:prSet presAssocID="{072976F6-FB06-48EC-864E-E7A579204B36}" presName="nodeText" presStyleLbl="bgAccFollowNode1" presStyleIdx="1" presStyleCnt="4">
        <dgm:presLayoutVars>
          <dgm:bulletEnabled val="1"/>
        </dgm:presLayoutVars>
      </dgm:prSet>
      <dgm:spPr/>
    </dgm:pt>
    <dgm:pt modelId="{438F1BB1-9A69-6B4F-AFCD-B71EA638B94F}" type="pres">
      <dgm:prSet presAssocID="{FB99D205-A06A-48D7-B2B6-4BA1722AA6F9}" presName="sibTrans" presStyleCnt="0"/>
      <dgm:spPr/>
    </dgm:pt>
    <dgm:pt modelId="{09757004-5D23-8D4D-AC5E-A1E3038E9EBB}" type="pres">
      <dgm:prSet presAssocID="{30752643-75B2-43B0-9104-5528BAA7EF52}" presName="compositeNode" presStyleCnt="0">
        <dgm:presLayoutVars>
          <dgm:bulletEnabled val="1"/>
        </dgm:presLayoutVars>
      </dgm:prSet>
      <dgm:spPr/>
    </dgm:pt>
    <dgm:pt modelId="{AFB30C86-8780-C143-A944-7BC725F08810}" type="pres">
      <dgm:prSet presAssocID="{30752643-75B2-43B0-9104-5528BAA7EF52}" presName="bgRect" presStyleLbl="bgAccFollowNode1" presStyleIdx="2" presStyleCnt="4"/>
      <dgm:spPr/>
    </dgm:pt>
    <dgm:pt modelId="{352EE66E-AF63-C74A-8D32-2712E5DA827D}" type="pres">
      <dgm:prSet presAssocID="{34FA9D6D-4791-4717-B078-A9F708D97EEE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71A55FD2-488A-D744-840E-C7EFCF23309C}" type="pres">
      <dgm:prSet presAssocID="{30752643-75B2-43B0-9104-5528BAA7EF52}" presName="bottomLine" presStyleLbl="alignNode1" presStyleIdx="5" presStyleCnt="8">
        <dgm:presLayoutVars/>
      </dgm:prSet>
      <dgm:spPr/>
    </dgm:pt>
    <dgm:pt modelId="{81575767-D766-4D41-A210-86B8C9B90752}" type="pres">
      <dgm:prSet presAssocID="{30752643-75B2-43B0-9104-5528BAA7EF52}" presName="nodeText" presStyleLbl="bgAccFollowNode1" presStyleIdx="2" presStyleCnt="4">
        <dgm:presLayoutVars>
          <dgm:bulletEnabled val="1"/>
        </dgm:presLayoutVars>
      </dgm:prSet>
      <dgm:spPr/>
    </dgm:pt>
    <dgm:pt modelId="{2BAC7C1F-96AB-4742-8A2D-37D5B559406D}" type="pres">
      <dgm:prSet presAssocID="{34FA9D6D-4791-4717-B078-A9F708D97EEE}" presName="sibTrans" presStyleCnt="0"/>
      <dgm:spPr/>
    </dgm:pt>
    <dgm:pt modelId="{52BC11F7-AE72-2749-818C-EDFD07F113F6}" type="pres">
      <dgm:prSet presAssocID="{246629DE-740D-45E1-85D5-0249224692A0}" presName="compositeNode" presStyleCnt="0">
        <dgm:presLayoutVars>
          <dgm:bulletEnabled val="1"/>
        </dgm:presLayoutVars>
      </dgm:prSet>
      <dgm:spPr/>
    </dgm:pt>
    <dgm:pt modelId="{2131B14C-3F86-F444-B5C1-E403435EE85E}" type="pres">
      <dgm:prSet presAssocID="{246629DE-740D-45E1-85D5-0249224692A0}" presName="bgRect" presStyleLbl="bgAccFollowNode1" presStyleIdx="3" presStyleCnt="4"/>
      <dgm:spPr/>
    </dgm:pt>
    <dgm:pt modelId="{6C702A75-7CDF-E543-8A4A-7ADDF8FFEC13}" type="pres">
      <dgm:prSet presAssocID="{95956B1D-32B7-454F-AF65-92C98C298ABA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BCA3A233-58BD-A849-B2D4-CDC090F224F4}" type="pres">
      <dgm:prSet presAssocID="{246629DE-740D-45E1-85D5-0249224692A0}" presName="bottomLine" presStyleLbl="alignNode1" presStyleIdx="7" presStyleCnt="8">
        <dgm:presLayoutVars/>
      </dgm:prSet>
      <dgm:spPr/>
    </dgm:pt>
    <dgm:pt modelId="{61FBDBF8-BE1C-5F45-B0AB-63770837427F}" type="pres">
      <dgm:prSet presAssocID="{246629DE-740D-45E1-85D5-0249224692A0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07E9C81F-F352-45DD-AEDA-0255ECDB5EED}" srcId="{493CFF77-E547-40C7-8918-1475AAE87256}" destId="{246629DE-740D-45E1-85D5-0249224692A0}" srcOrd="3" destOrd="0" parTransId="{7AEBB221-F0E9-48A6-96D1-63B6F7531F37}" sibTransId="{95956B1D-32B7-454F-AF65-92C98C298ABA}"/>
    <dgm:cxn modelId="{D48CF522-76B2-8041-9672-4D2DCA166825}" type="presOf" srcId="{246629DE-740D-45E1-85D5-0249224692A0}" destId="{61FBDBF8-BE1C-5F45-B0AB-63770837427F}" srcOrd="1" destOrd="0" presId="urn:microsoft.com/office/officeart/2016/7/layout/BasicLinearProcessNumbered"/>
    <dgm:cxn modelId="{B5140231-69F7-C04F-AA05-2F8F6EEBCA36}" type="presOf" srcId="{493CFF77-E547-40C7-8918-1475AAE87256}" destId="{B2112D1C-39F8-0D4B-8F1A-4DBE60F8DEB7}" srcOrd="0" destOrd="0" presId="urn:microsoft.com/office/officeart/2016/7/layout/BasicLinearProcessNumbered"/>
    <dgm:cxn modelId="{FC34E049-446B-5048-88DD-9DD804A5B530}" type="presOf" srcId="{246629DE-740D-45E1-85D5-0249224692A0}" destId="{2131B14C-3F86-F444-B5C1-E403435EE85E}" srcOrd="0" destOrd="0" presId="urn:microsoft.com/office/officeart/2016/7/layout/BasicLinearProcessNumbered"/>
    <dgm:cxn modelId="{8C39CB5B-F403-4DF3-9543-E738F8403C08}" srcId="{493CFF77-E547-40C7-8918-1475AAE87256}" destId="{30752643-75B2-43B0-9104-5528BAA7EF52}" srcOrd="2" destOrd="0" parTransId="{8F2B10B2-D629-4A50-AFBC-013055007102}" sibTransId="{34FA9D6D-4791-4717-B078-A9F708D97EEE}"/>
    <dgm:cxn modelId="{92967B87-9C91-8944-8594-573E0C0C3285}" type="presOf" srcId="{29FB6122-229C-48A0-94CC-656002F01F1A}" destId="{0F29E6E4-40AD-2C43-B5C0-EE1102EE178F}" srcOrd="0" destOrd="0" presId="urn:microsoft.com/office/officeart/2016/7/layout/BasicLinearProcessNumbered"/>
    <dgm:cxn modelId="{3DC77197-1F3B-F543-ADFD-ADD4CDB53C85}" type="presOf" srcId="{FB99D205-A06A-48D7-B2B6-4BA1722AA6F9}" destId="{EC187D10-E2BD-764F-BB4E-B8CF000FDB19}" srcOrd="0" destOrd="0" presId="urn:microsoft.com/office/officeart/2016/7/layout/BasicLinearProcessNumbered"/>
    <dgm:cxn modelId="{1DD8179B-B24F-5D40-8D6F-C9058EFA82B7}" type="presOf" srcId="{0201C8D5-EC84-41FE-BB5A-10433823BA9A}" destId="{2EA61404-8289-F743-89DA-714609D0CE43}" srcOrd="0" destOrd="0" presId="urn:microsoft.com/office/officeart/2016/7/layout/BasicLinearProcessNumbered"/>
    <dgm:cxn modelId="{060CECA8-38F6-4E95-A9C2-6BCC072788CC}" srcId="{493CFF77-E547-40C7-8918-1475AAE87256}" destId="{072976F6-FB06-48EC-864E-E7A579204B36}" srcOrd="1" destOrd="0" parTransId="{BDB0014F-4290-4265-8452-88C9CC5339F4}" sibTransId="{FB99D205-A06A-48D7-B2B6-4BA1722AA6F9}"/>
    <dgm:cxn modelId="{125D01AE-F340-644C-8FB4-0EFE2F785AC6}" type="presOf" srcId="{29FB6122-229C-48A0-94CC-656002F01F1A}" destId="{DD116F6C-30C5-2E4D-AE4E-9C6E729871E9}" srcOrd="1" destOrd="0" presId="urn:microsoft.com/office/officeart/2016/7/layout/BasicLinearProcessNumbered"/>
    <dgm:cxn modelId="{14E72DB2-03E5-9A46-8A59-1247924FC972}" type="presOf" srcId="{30752643-75B2-43B0-9104-5528BAA7EF52}" destId="{AFB30C86-8780-C143-A944-7BC725F08810}" srcOrd="0" destOrd="0" presId="urn:microsoft.com/office/officeart/2016/7/layout/BasicLinearProcessNumbered"/>
    <dgm:cxn modelId="{3FD38EBF-A292-4C39-9631-1E57173FADA0}" srcId="{493CFF77-E547-40C7-8918-1475AAE87256}" destId="{29FB6122-229C-48A0-94CC-656002F01F1A}" srcOrd="0" destOrd="0" parTransId="{44A61D2E-5270-4ED4-8C72-A9B9265C8014}" sibTransId="{0201C8D5-EC84-41FE-BB5A-10433823BA9A}"/>
    <dgm:cxn modelId="{A0C341D6-31EF-444A-AF31-88D6B65B5573}" type="presOf" srcId="{072976F6-FB06-48EC-864E-E7A579204B36}" destId="{BC5F86F7-65A6-054A-9794-DEC61A6BF231}" srcOrd="1" destOrd="0" presId="urn:microsoft.com/office/officeart/2016/7/layout/BasicLinearProcessNumbered"/>
    <dgm:cxn modelId="{0B08A4D7-1858-8244-9FA9-EB9BD09798C9}" type="presOf" srcId="{30752643-75B2-43B0-9104-5528BAA7EF52}" destId="{81575767-D766-4D41-A210-86B8C9B90752}" srcOrd="1" destOrd="0" presId="urn:microsoft.com/office/officeart/2016/7/layout/BasicLinearProcessNumbered"/>
    <dgm:cxn modelId="{64FBC9EC-771F-9D4A-B07E-29D43E3C6EBC}" type="presOf" srcId="{072976F6-FB06-48EC-864E-E7A579204B36}" destId="{59EFB597-D14B-3242-A9C2-219D184B8207}" srcOrd="0" destOrd="0" presId="urn:microsoft.com/office/officeart/2016/7/layout/BasicLinearProcessNumbered"/>
    <dgm:cxn modelId="{5568A1F0-3F86-6745-A474-4180317C2FB1}" type="presOf" srcId="{34FA9D6D-4791-4717-B078-A9F708D97EEE}" destId="{352EE66E-AF63-C74A-8D32-2712E5DA827D}" srcOrd="0" destOrd="0" presId="urn:microsoft.com/office/officeart/2016/7/layout/BasicLinearProcessNumbered"/>
    <dgm:cxn modelId="{7A1B2FF7-D2A8-F645-8891-25DCA3F0EDC7}" type="presOf" srcId="{95956B1D-32B7-454F-AF65-92C98C298ABA}" destId="{6C702A75-7CDF-E543-8A4A-7ADDF8FFEC13}" srcOrd="0" destOrd="0" presId="urn:microsoft.com/office/officeart/2016/7/layout/BasicLinearProcessNumbered"/>
    <dgm:cxn modelId="{16D1DBDA-C141-AA45-998A-107EBEB4BB08}" type="presParOf" srcId="{B2112D1C-39F8-0D4B-8F1A-4DBE60F8DEB7}" destId="{846F6396-6FDE-9444-A9E2-D682CC51F9FE}" srcOrd="0" destOrd="0" presId="urn:microsoft.com/office/officeart/2016/7/layout/BasicLinearProcessNumbered"/>
    <dgm:cxn modelId="{801074F6-4B42-3B48-B1DB-46E49D8ED2CA}" type="presParOf" srcId="{846F6396-6FDE-9444-A9E2-D682CC51F9FE}" destId="{0F29E6E4-40AD-2C43-B5C0-EE1102EE178F}" srcOrd="0" destOrd="0" presId="urn:microsoft.com/office/officeart/2016/7/layout/BasicLinearProcessNumbered"/>
    <dgm:cxn modelId="{150FA44E-1B31-1A4C-8AE9-BDA300F6259F}" type="presParOf" srcId="{846F6396-6FDE-9444-A9E2-D682CC51F9FE}" destId="{2EA61404-8289-F743-89DA-714609D0CE43}" srcOrd="1" destOrd="0" presId="urn:microsoft.com/office/officeart/2016/7/layout/BasicLinearProcessNumbered"/>
    <dgm:cxn modelId="{C55A60EB-BB44-BA43-8CB7-82D9DBF8A0C0}" type="presParOf" srcId="{846F6396-6FDE-9444-A9E2-D682CC51F9FE}" destId="{3A516172-D513-F546-A762-822BDECC83F7}" srcOrd="2" destOrd="0" presId="urn:microsoft.com/office/officeart/2016/7/layout/BasicLinearProcessNumbered"/>
    <dgm:cxn modelId="{9F052C58-861A-CB48-85DC-58FF1380E667}" type="presParOf" srcId="{846F6396-6FDE-9444-A9E2-D682CC51F9FE}" destId="{DD116F6C-30C5-2E4D-AE4E-9C6E729871E9}" srcOrd="3" destOrd="0" presId="urn:microsoft.com/office/officeart/2016/7/layout/BasicLinearProcessNumbered"/>
    <dgm:cxn modelId="{82E1322A-1D19-1840-BCA9-A42CE1AE12D7}" type="presParOf" srcId="{B2112D1C-39F8-0D4B-8F1A-4DBE60F8DEB7}" destId="{31B53ECC-2C73-764C-A834-E67210E98728}" srcOrd="1" destOrd="0" presId="urn:microsoft.com/office/officeart/2016/7/layout/BasicLinearProcessNumbered"/>
    <dgm:cxn modelId="{A891FACA-A680-DA4D-822A-265D4A59E853}" type="presParOf" srcId="{B2112D1C-39F8-0D4B-8F1A-4DBE60F8DEB7}" destId="{025A7CEE-492E-8A4A-9F03-A77E04FF8EA1}" srcOrd="2" destOrd="0" presId="urn:microsoft.com/office/officeart/2016/7/layout/BasicLinearProcessNumbered"/>
    <dgm:cxn modelId="{F824B9CC-4916-C949-B552-BF371BE6D409}" type="presParOf" srcId="{025A7CEE-492E-8A4A-9F03-A77E04FF8EA1}" destId="{59EFB597-D14B-3242-A9C2-219D184B8207}" srcOrd="0" destOrd="0" presId="urn:microsoft.com/office/officeart/2016/7/layout/BasicLinearProcessNumbered"/>
    <dgm:cxn modelId="{F8060B0B-FB74-8640-AAC5-461A73E68B0D}" type="presParOf" srcId="{025A7CEE-492E-8A4A-9F03-A77E04FF8EA1}" destId="{EC187D10-E2BD-764F-BB4E-B8CF000FDB19}" srcOrd="1" destOrd="0" presId="urn:microsoft.com/office/officeart/2016/7/layout/BasicLinearProcessNumbered"/>
    <dgm:cxn modelId="{D8328C67-2552-5C49-BAE7-DC49A48B31AE}" type="presParOf" srcId="{025A7CEE-492E-8A4A-9F03-A77E04FF8EA1}" destId="{3A205B5A-2D36-D747-9339-33EF004A0F61}" srcOrd="2" destOrd="0" presId="urn:microsoft.com/office/officeart/2016/7/layout/BasicLinearProcessNumbered"/>
    <dgm:cxn modelId="{6DD7BEE1-1DD8-6948-B4B2-D70CCAB659CC}" type="presParOf" srcId="{025A7CEE-492E-8A4A-9F03-A77E04FF8EA1}" destId="{BC5F86F7-65A6-054A-9794-DEC61A6BF231}" srcOrd="3" destOrd="0" presId="urn:microsoft.com/office/officeart/2016/7/layout/BasicLinearProcessNumbered"/>
    <dgm:cxn modelId="{91E8D872-1778-5245-AF93-7D34E5E2C580}" type="presParOf" srcId="{B2112D1C-39F8-0D4B-8F1A-4DBE60F8DEB7}" destId="{438F1BB1-9A69-6B4F-AFCD-B71EA638B94F}" srcOrd="3" destOrd="0" presId="urn:microsoft.com/office/officeart/2016/7/layout/BasicLinearProcessNumbered"/>
    <dgm:cxn modelId="{1F25AD77-2DB2-5E42-B05E-D740B4591654}" type="presParOf" srcId="{B2112D1C-39F8-0D4B-8F1A-4DBE60F8DEB7}" destId="{09757004-5D23-8D4D-AC5E-A1E3038E9EBB}" srcOrd="4" destOrd="0" presId="urn:microsoft.com/office/officeart/2016/7/layout/BasicLinearProcessNumbered"/>
    <dgm:cxn modelId="{185200B4-CDDE-7348-867E-BA29BF565D15}" type="presParOf" srcId="{09757004-5D23-8D4D-AC5E-A1E3038E9EBB}" destId="{AFB30C86-8780-C143-A944-7BC725F08810}" srcOrd="0" destOrd="0" presId="urn:microsoft.com/office/officeart/2016/7/layout/BasicLinearProcessNumbered"/>
    <dgm:cxn modelId="{9F5FB471-1925-B54A-A077-200AAB68C6E7}" type="presParOf" srcId="{09757004-5D23-8D4D-AC5E-A1E3038E9EBB}" destId="{352EE66E-AF63-C74A-8D32-2712E5DA827D}" srcOrd="1" destOrd="0" presId="urn:microsoft.com/office/officeart/2016/7/layout/BasicLinearProcessNumbered"/>
    <dgm:cxn modelId="{8056C52D-6762-4942-932E-C6245444C88E}" type="presParOf" srcId="{09757004-5D23-8D4D-AC5E-A1E3038E9EBB}" destId="{71A55FD2-488A-D744-840E-C7EFCF23309C}" srcOrd="2" destOrd="0" presId="urn:microsoft.com/office/officeart/2016/7/layout/BasicLinearProcessNumbered"/>
    <dgm:cxn modelId="{B7CBE1D8-1543-3040-83F8-5592B7FB94C0}" type="presParOf" srcId="{09757004-5D23-8D4D-AC5E-A1E3038E9EBB}" destId="{81575767-D766-4D41-A210-86B8C9B90752}" srcOrd="3" destOrd="0" presId="urn:microsoft.com/office/officeart/2016/7/layout/BasicLinearProcessNumbered"/>
    <dgm:cxn modelId="{400F9321-8763-474C-950F-7ED23CABE743}" type="presParOf" srcId="{B2112D1C-39F8-0D4B-8F1A-4DBE60F8DEB7}" destId="{2BAC7C1F-96AB-4742-8A2D-37D5B559406D}" srcOrd="5" destOrd="0" presId="urn:microsoft.com/office/officeart/2016/7/layout/BasicLinearProcessNumbered"/>
    <dgm:cxn modelId="{14C168F8-503B-1141-8034-C13A57FFA27B}" type="presParOf" srcId="{B2112D1C-39F8-0D4B-8F1A-4DBE60F8DEB7}" destId="{52BC11F7-AE72-2749-818C-EDFD07F113F6}" srcOrd="6" destOrd="0" presId="urn:microsoft.com/office/officeart/2016/7/layout/BasicLinearProcessNumbered"/>
    <dgm:cxn modelId="{517E4E9B-11E4-E945-8949-542A2EAAFEEF}" type="presParOf" srcId="{52BC11F7-AE72-2749-818C-EDFD07F113F6}" destId="{2131B14C-3F86-F444-B5C1-E403435EE85E}" srcOrd="0" destOrd="0" presId="urn:microsoft.com/office/officeart/2016/7/layout/BasicLinearProcessNumbered"/>
    <dgm:cxn modelId="{ED6C4BF4-17A6-924C-8C75-EF2F217242BE}" type="presParOf" srcId="{52BC11F7-AE72-2749-818C-EDFD07F113F6}" destId="{6C702A75-7CDF-E543-8A4A-7ADDF8FFEC13}" srcOrd="1" destOrd="0" presId="urn:microsoft.com/office/officeart/2016/7/layout/BasicLinearProcessNumbered"/>
    <dgm:cxn modelId="{3F339995-49B5-CC40-9B54-362658556309}" type="presParOf" srcId="{52BC11F7-AE72-2749-818C-EDFD07F113F6}" destId="{BCA3A233-58BD-A849-B2D4-CDC090F224F4}" srcOrd="2" destOrd="0" presId="urn:microsoft.com/office/officeart/2016/7/layout/BasicLinearProcessNumbered"/>
    <dgm:cxn modelId="{31921BF7-7ABB-8E4E-9DE1-E36B399EDA04}" type="presParOf" srcId="{52BC11F7-AE72-2749-818C-EDFD07F113F6}" destId="{61FBDBF8-BE1C-5F45-B0AB-63770837427F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877D51C-F271-445A-8960-97490055DF53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2DEA143-51F6-4EA3-B346-EDDE1F32B19F}">
      <dgm:prSet/>
      <dgm:spPr/>
      <dgm:t>
        <a:bodyPr/>
        <a:lstStyle/>
        <a:p>
          <a:r>
            <a:rPr lang="ru-KZ" dirty="0"/>
            <a:t> </a:t>
          </a:r>
          <a:r>
            <a:rPr lang="ru-RU" dirty="0"/>
            <a:t>Использовать понятные имена (например, </a:t>
          </a:r>
          <a:r>
            <a:rPr lang="en-US" dirty="0"/>
            <a:t>auth/, user/, shared/)</a:t>
          </a:r>
        </a:p>
      </dgm:t>
    </dgm:pt>
    <dgm:pt modelId="{85C59B0F-8ACD-416F-8F00-9104E4A56FFF}" type="parTrans" cxnId="{04B5CA4D-FAF4-4AA1-A98C-F7DCB554750C}">
      <dgm:prSet/>
      <dgm:spPr/>
      <dgm:t>
        <a:bodyPr/>
        <a:lstStyle/>
        <a:p>
          <a:endParaRPr lang="en-US"/>
        </a:p>
      </dgm:t>
    </dgm:pt>
    <dgm:pt modelId="{206A7C30-8E53-44C2-9F89-95ACCD7FB849}" type="sibTrans" cxnId="{04B5CA4D-FAF4-4AA1-A98C-F7DCB554750C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E4CD0E58-503F-4E67-B785-0A0C0FCBDF94}">
      <dgm:prSet/>
      <dgm:spPr/>
      <dgm:t>
        <a:bodyPr/>
        <a:lstStyle/>
        <a:p>
          <a:r>
            <a:rPr lang="ru-KZ" dirty="0"/>
            <a:t> </a:t>
          </a:r>
          <a:r>
            <a:rPr lang="ru-RU" dirty="0"/>
            <a:t>Добавлять документацию в корневые директории</a:t>
          </a:r>
          <a:endParaRPr lang="en-US" dirty="0"/>
        </a:p>
      </dgm:t>
    </dgm:pt>
    <dgm:pt modelId="{4331D1BA-CFB0-411C-A59B-F14EEF1D3F2B}" type="parTrans" cxnId="{E00A6725-8223-4833-819C-CEDC415829A1}">
      <dgm:prSet/>
      <dgm:spPr/>
      <dgm:t>
        <a:bodyPr/>
        <a:lstStyle/>
        <a:p>
          <a:endParaRPr lang="en-US"/>
        </a:p>
      </dgm:t>
    </dgm:pt>
    <dgm:pt modelId="{A83FB039-1612-41D1-8B99-DB4A442F6BE3}" type="sibTrans" cxnId="{E00A6725-8223-4833-819C-CEDC415829A1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69BF9927-DD4A-45A3-AD43-DFD7B2F21E33}">
      <dgm:prSet/>
      <dgm:spPr/>
      <dgm:t>
        <a:bodyPr/>
        <a:lstStyle/>
        <a:p>
          <a:r>
            <a:rPr lang="ru-KZ" dirty="0"/>
            <a:t> </a:t>
          </a:r>
          <a:r>
            <a:rPr lang="ru-RU" dirty="0"/>
            <a:t>Делить шаблоны по уровням — базовые, частичные, специализированные</a:t>
          </a:r>
          <a:endParaRPr lang="en-US" dirty="0"/>
        </a:p>
      </dgm:t>
    </dgm:pt>
    <dgm:pt modelId="{8A20FF06-4D72-48A7-BB03-478C778F31E3}" type="parTrans" cxnId="{DB3D6E25-A514-4462-BB50-EBDDE112E730}">
      <dgm:prSet/>
      <dgm:spPr/>
      <dgm:t>
        <a:bodyPr/>
        <a:lstStyle/>
        <a:p>
          <a:endParaRPr lang="en-US"/>
        </a:p>
      </dgm:t>
    </dgm:pt>
    <dgm:pt modelId="{98E46B36-A51D-4FC1-950B-A2A2FFB7577B}" type="sibTrans" cxnId="{DB3D6E25-A514-4462-BB50-EBDDE112E730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87EF7F75-3391-4EB7-8C45-63B9B87A8C32}">
      <dgm:prSet/>
      <dgm:spPr/>
      <dgm:t>
        <a:bodyPr/>
        <a:lstStyle/>
        <a:p>
          <a:r>
            <a:rPr lang="ru-KZ" dirty="0"/>
            <a:t> </a:t>
          </a:r>
          <a:r>
            <a:rPr lang="ru-RU" dirty="0"/>
            <a:t>Хранить общий код в </a:t>
          </a:r>
          <a:r>
            <a:rPr lang="en-US" dirty="0"/>
            <a:t>common/ </a:t>
          </a:r>
          <a:r>
            <a:rPr lang="ru-RU" dirty="0"/>
            <a:t>или </a:t>
          </a:r>
          <a:r>
            <a:rPr lang="en-US" dirty="0"/>
            <a:t>shared/</a:t>
          </a:r>
        </a:p>
      </dgm:t>
    </dgm:pt>
    <dgm:pt modelId="{8B8A7C77-9FD0-4D58-AA3B-DC8D229E484F}" type="parTrans" cxnId="{FAC1DF5C-6DE7-4165-9F43-F4DCD7D52840}">
      <dgm:prSet/>
      <dgm:spPr/>
      <dgm:t>
        <a:bodyPr/>
        <a:lstStyle/>
        <a:p>
          <a:endParaRPr lang="en-US"/>
        </a:p>
      </dgm:t>
    </dgm:pt>
    <dgm:pt modelId="{60BD2DAF-7CDA-487E-B113-133E8D69E8C8}" type="sibTrans" cxnId="{FAC1DF5C-6DE7-4165-9F43-F4DCD7D52840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06FEE670-F1C9-417F-ACC2-55E3937E6E5A}">
      <dgm:prSet/>
      <dgm:spPr/>
      <dgm:t>
        <a:bodyPr/>
        <a:lstStyle/>
        <a:p>
          <a:r>
            <a:rPr lang="ru-RU" dirty="0"/>
            <a:t>Использовать .</a:t>
          </a:r>
          <a:r>
            <a:rPr lang="en-US" dirty="0" err="1"/>
            <a:t>gitignore</a:t>
          </a:r>
          <a:r>
            <a:rPr lang="en-US" dirty="0"/>
            <a:t> </a:t>
          </a:r>
          <a:r>
            <a:rPr lang="ru-RU" dirty="0"/>
            <a:t>и </a:t>
          </a:r>
          <a:r>
            <a:rPr lang="en-US" dirty="0" err="1"/>
            <a:t>README.md</a:t>
          </a:r>
          <a:r>
            <a:rPr lang="en-US" dirty="0"/>
            <a:t> </a:t>
          </a:r>
          <a:r>
            <a:rPr lang="ru-RU" dirty="0"/>
            <a:t>в корне проекта</a:t>
          </a:r>
          <a:endParaRPr lang="en-US" dirty="0"/>
        </a:p>
      </dgm:t>
    </dgm:pt>
    <dgm:pt modelId="{33A768FC-F926-4F10-9798-18C16A607247}" type="parTrans" cxnId="{CF9F1DFA-50F3-40DF-92DB-766439345303}">
      <dgm:prSet/>
      <dgm:spPr/>
      <dgm:t>
        <a:bodyPr/>
        <a:lstStyle/>
        <a:p>
          <a:endParaRPr lang="en-US"/>
        </a:p>
      </dgm:t>
    </dgm:pt>
    <dgm:pt modelId="{2DD86332-FB92-47F4-A3B1-769B9140900D}" type="sibTrans" cxnId="{CF9F1DFA-50F3-40DF-92DB-766439345303}">
      <dgm:prSet phldrT="05" phldr="0"/>
      <dgm:spPr/>
      <dgm:t>
        <a:bodyPr/>
        <a:lstStyle/>
        <a:p>
          <a:endParaRPr lang="en-US"/>
        </a:p>
      </dgm:t>
    </dgm:pt>
    <dgm:pt modelId="{F7F6FF58-95FA-4043-9858-273A99048BD1}" type="pres">
      <dgm:prSet presAssocID="{A877D51C-F271-445A-8960-97490055DF53}" presName="diagram" presStyleCnt="0">
        <dgm:presLayoutVars>
          <dgm:dir/>
          <dgm:resizeHandles val="exact"/>
        </dgm:presLayoutVars>
      </dgm:prSet>
      <dgm:spPr/>
    </dgm:pt>
    <dgm:pt modelId="{68F3CB63-DD35-EA4D-B0B0-9EC8309688E4}" type="pres">
      <dgm:prSet presAssocID="{72DEA143-51F6-4EA3-B346-EDDE1F32B19F}" presName="node" presStyleLbl="node1" presStyleIdx="0" presStyleCnt="5">
        <dgm:presLayoutVars>
          <dgm:bulletEnabled val="1"/>
        </dgm:presLayoutVars>
      </dgm:prSet>
      <dgm:spPr/>
    </dgm:pt>
    <dgm:pt modelId="{26EAF4D2-AC76-764B-B611-103B115CA884}" type="pres">
      <dgm:prSet presAssocID="{206A7C30-8E53-44C2-9F89-95ACCD7FB849}" presName="sibTrans" presStyleLbl="sibTrans2D1" presStyleIdx="0" presStyleCnt="4"/>
      <dgm:spPr/>
    </dgm:pt>
    <dgm:pt modelId="{506F00F1-F16E-C642-A0B5-CC18AF4E9F6D}" type="pres">
      <dgm:prSet presAssocID="{206A7C30-8E53-44C2-9F89-95ACCD7FB849}" presName="connectorText" presStyleLbl="sibTrans2D1" presStyleIdx="0" presStyleCnt="4"/>
      <dgm:spPr/>
    </dgm:pt>
    <dgm:pt modelId="{AB854149-1E75-B748-A7B6-4FBB448CEE39}" type="pres">
      <dgm:prSet presAssocID="{E4CD0E58-503F-4E67-B785-0A0C0FCBDF94}" presName="node" presStyleLbl="node1" presStyleIdx="1" presStyleCnt="5">
        <dgm:presLayoutVars>
          <dgm:bulletEnabled val="1"/>
        </dgm:presLayoutVars>
      </dgm:prSet>
      <dgm:spPr/>
    </dgm:pt>
    <dgm:pt modelId="{217A94F5-A099-4748-9583-982F05C6DDEB}" type="pres">
      <dgm:prSet presAssocID="{A83FB039-1612-41D1-8B99-DB4A442F6BE3}" presName="sibTrans" presStyleLbl="sibTrans2D1" presStyleIdx="1" presStyleCnt="4"/>
      <dgm:spPr/>
    </dgm:pt>
    <dgm:pt modelId="{DB260CED-5E74-D54C-9C41-1738A69062F7}" type="pres">
      <dgm:prSet presAssocID="{A83FB039-1612-41D1-8B99-DB4A442F6BE3}" presName="connectorText" presStyleLbl="sibTrans2D1" presStyleIdx="1" presStyleCnt="4"/>
      <dgm:spPr/>
    </dgm:pt>
    <dgm:pt modelId="{7154C0A6-D5CA-A843-811F-3F47A285C780}" type="pres">
      <dgm:prSet presAssocID="{69BF9927-DD4A-45A3-AD43-DFD7B2F21E33}" presName="node" presStyleLbl="node1" presStyleIdx="2" presStyleCnt="5">
        <dgm:presLayoutVars>
          <dgm:bulletEnabled val="1"/>
        </dgm:presLayoutVars>
      </dgm:prSet>
      <dgm:spPr/>
    </dgm:pt>
    <dgm:pt modelId="{736E0E02-8202-014C-9CED-6026E47F64AA}" type="pres">
      <dgm:prSet presAssocID="{98E46B36-A51D-4FC1-950B-A2A2FFB7577B}" presName="sibTrans" presStyleLbl="sibTrans2D1" presStyleIdx="2" presStyleCnt="4"/>
      <dgm:spPr/>
    </dgm:pt>
    <dgm:pt modelId="{B3D501C5-241C-0C48-8017-EDBED02C38B8}" type="pres">
      <dgm:prSet presAssocID="{98E46B36-A51D-4FC1-950B-A2A2FFB7577B}" presName="connectorText" presStyleLbl="sibTrans2D1" presStyleIdx="2" presStyleCnt="4"/>
      <dgm:spPr/>
    </dgm:pt>
    <dgm:pt modelId="{810BE9C2-FF04-DA49-A1BF-46A2D9DB8CD9}" type="pres">
      <dgm:prSet presAssocID="{87EF7F75-3391-4EB7-8C45-63B9B87A8C32}" presName="node" presStyleLbl="node1" presStyleIdx="3" presStyleCnt="5">
        <dgm:presLayoutVars>
          <dgm:bulletEnabled val="1"/>
        </dgm:presLayoutVars>
      </dgm:prSet>
      <dgm:spPr/>
    </dgm:pt>
    <dgm:pt modelId="{4DC369C5-F0DA-9942-A37E-E41E4D3A3404}" type="pres">
      <dgm:prSet presAssocID="{60BD2DAF-7CDA-487E-B113-133E8D69E8C8}" presName="sibTrans" presStyleLbl="sibTrans2D1" presStyleIdx="3" presStyleCnt="4"/>
      <dgm:spPr/>
    </dgm:pt>
    <dgm:pt modelId="{E1471E87-BB5A-5140-87DB-63A0CC6A5F16}" type="pres">
      <dgm:prSet presAssocID="{60BD2DAF-7CDA-487E-B113-133E8D69E8C8}" presName="connectorText" presStyleLbl="sibTrans2D1" presStyleIdx="3" presStyleCnt="4"/>
      <dgm:spPr/>
    </dgm:pt>
    <dgm:pt modelId="{55720603-373B-DA44-8711-CFF3EEF741FC}" type="pres">
      <dgm:prSet presAssocID="{06FEE670-F1C9-417F-ACC2-55E3937E6E5A}" presName="node" presStyleLbl="node1" presStyleIdx="4" presStyleCnt="5">
        <dgm:presLayoutVars>
          <dgm:bulletEnabled val="1"/>
        </dgm:presLayoutVars>
      </dgm:prSet>
      <dgm:spPr/>
    </dgm:pt>
  </dgm:ptLst>
  <dgm:cxnLst>
    <dgm:cxn modelId="{F8A0C41D-D5B0-2244-ADA1-BDE2C88270D5}" type="presOf" srcId="{A83FB039-1612-41D1-8B99-DB4A442F6BE3}" destId="{DB260CED-5E74-D54C-9C41-1738A69062F7}" srcOrd="1" destOrd="0" presId="urn:microsoft.com/office/officeart/2005/8/layout/process5"/>
    <dgm:cxn modelId="{0692B622-743D-0743-B7BE-E2F196BF970D}" type="presOf" srcId="{A83FB039-1612-41D1-8B99-DB4A442F6BE3}" destId="{217A94F5-A099-4748-9583-982F05C6DDEB}" srcOrd="0" destOrd="0" presId="urn:microsoft.com/office/officeart/2005/8/layout/process5"/>
    <dgm:cxn modelId="{D6162E24-E142-514F-BDFC-D5C295EDCF9D}" type="presOf" srcId="{206A7C30-8E53-44C2-9F89-95ACCD7FB849}" destId="{26EAF4D2-AC76-764B-B611-103B115CA884}" srcOrd="0" destOrd="0" presId="urn:microsoft.com/office/officeart/2005/8/layout/process5"/>
    <dgm:cxn modelId="{E00A6725-8223-4833-819C-CEDC415829A1}" srcId="{A877D51C-F271-445A-8960-97490055DF53}" destId="{E4CD0E58-503F-4E67-B785-0A0C0FCBDF94}" srcOrd="1" destOrd="0" parTransId="{4331D1BA-CFB0-411C-A59B-F14EEF1D3F2B}" sibTransId="{A83FB039-1612-41D1-8B99-DB4A442F6BE3}"/>
    <dgm:cxn modelId="{DB3D6E25-A514-4462-BB50-EBDDE112E730}" srcId="{A877D51C-F271-445A-8960-97490055DF53}" destId="{69BF9927-DD4A-45A3-AD43-DFD7B2F21E33}" srcOrd="2" destOrd="0" parTransId="{8A20FF06-4D72-48A7-BB03-478C778F31E3}" sibTransId="{98E46B36-A51D-4FC1-950B-A2A2FFB7577B}"/>
    <dgm:cxn modelId="{EAA5262F-197F-E74F-A83A-382243012157}" type="presOf" srcId="{69BF9927-DD4A-45A3-AD43-DFD7B2F21E33}" destId="{7154C0A6-D5CA-A843-811F-3F47A285C780}" srcOrd="0" destOrd="0" presId="urn:microsoft.com/office/officeart/2005/8/layout/process5"/>
    <dgm:cxn modelId="{421B6F43-B12B-264D-95E8-2209F03BC12C}" type="presOf" srcId="{60BD2DAF-7CDA-487E-B113-133E8D69E8C8}" destId="{E1471E87-BB5A-5140-87DB-63A0CC6A5F16}" srcOrd="1" destOrd="0" presId="urn:microsoft.com/office/officeart/2005/8/layout/process5"/>
    <dgm:cxn modelId="{04B5CA4D-FAF4-4AA1-A98C-F7DCB554750C}" srcId="{A877D51C-F271-445A-8960-97490055DF53}" destId="{72DEA143-51F6-4EA3-B346-EDDE1F32B19F}" srcOrd="0" destOrd="0" parTransId="{85C59B0F-8ACD-416F-8F00-9104E4A56FFF}" sibTransId="{206A7C30-8E53-44C2-9F89-95ACCD7FB849}"/>
    <dgm:cxn modelId="{95AF1459-880D-974A-97B6-2F13630079FC}" type="presOf" srcId="{72DEA143-51F6-4EA3-B346-EDDE1F32B19F}" destId="{68F3CB63-DD35-EA4D-B0B0-9EC8309688E4}" srcOrd="0" destOrd="0" presId="urn:microsoft.com/office/officeart/2005/8/layout/process5"/>
    <dgm:cxn modelId="{FAC1DF5C-6DE7-4165-9F43-F4DCD7D52840}" srcId="{A877D51C-F271-445A-8960-97490055DF53}" destId="{87EF7F75-3391-4EB7-8C45-63B9B87A8C32}" srcOrd="3" destOrd="0" parTransId="{8B8A7C77-9FD0-4D58-AA3B-DC8D229E484F}" sibTransId="{60BD2DAF-7CDA-487E-B113-133E8D69E8C8}"/>
    <dgm:cxn modelId="{4344F971-9A2D-144A-A2E1-95CBFA69AC67}" type="presOf" srcId="{A877D51C-F271-445A-8960-97490055DF53}" destId="{F7F6FF58-95FA-4043-9858-273A99048BD1}" srcOrd="0" destOrd="0" presId="urn:microsoft.com/office/officeart/2005/8/layout/process5"/>
    <dgm:cxn modelId="{09B47182-621D-4049-AEC9-5880DBC7BF94}" type="presOf" srcId="{06FEE670-F1C9-417F-ACC2-55E3937E6E5A}" destId="{55720603-373B-DA44-8711-CFF3EEF741FC}" srcOrd="0" destOrd="0" presId="urn:microsoft.com/office/officeart/2005/8/layout/process5"/>
    <dgm:cxn modelId="{A29D1B8B-B86B-4A48-9E0B-969690AE9661}" type="presOf" srcId="{60BD2DAF-7CDA-487E-B113-133E8D69E8C8}" destId="{4DC369C5-F0DA-9942-A37E-E41E4D3A3404}" srcOrd="0" destOrd="0" presId="urn:microsoft.com/office/officeart/2005/8/layout/process5"/>
    <dgm:cxn modelId="{0776EFC4-19A8-CE45-BEC7-6DE1D202B0FF}" type="presOf" srcId="{E4CD0E58-503F-4E67-B785-0A0C0FCBDF94}" destId="{AB854149-1E75-B748-A7B6-4FBB448CEE39}" srcOrd="0" destOrd="0" presId="urn:microsoft.com/office/officeart/2005/8/layout/process5"/>
    <dgm:cxn modelId="{09EE78E3-FE13-9A4D-BEE9-1AB47A1EBDD4}" type="presOf" srcId="{98E46B36-A51D-4FC1-950B-A2A2FFB7577B}" destId="{736E0E02-8202-014C-9CED-6026E47F64AA}" srcOrd="0" destOrd="0" presId="urn:microsoft.com/office/officeart/2005/8/layout/process5"/>
    <dgm:cxn modelId="{4E07AAEB-32F8-C04E-A5F9-E535D93122C2}" type="presOf" srcId="{98E46B36-A51D-4FC1-950B-A2A2FFB7577B}" destId="{B3D501C5-241C-0C48-8017-EDBED02C38B8}" srcOrd="1" destOrd="0" presId="urn:microsoft.com/office/officeart/2005/8/layout/process5"/>
    <dgm:cxn modelId="{60CC93EC-6EB8-6645-BCAE-8E7B16D5102F}" type="presOf" srcId="{87EF7F75-3391-4EB7-8C45-63B9B87A8C32}" destId="{810BE9C2-FF04-DA49-A1BF-46A2D9DB8CD9}" srcOrd="0" destOrd="0" presId="urn:microsoft.com/office/officeart/2005/8/layout/process5"/>
    <dgm:cxn modelId="{D1C0E7EE-0BE3-8F48-8C77-90588D9BE0F7}" type="presOf" srcId="{206A7C30-8E53-44C2-9F89-95ACCD7FB849}" destId="{506F00F1-F16E-C642-A0B5-CC18AF4E9F6D}" srcOrd="1" destOrd="0" presId="urn:microsoft.com/office/officeart/2005/8/layout/process5"/>
    <dgm:cxn modelId="{CF9F1DFA-50F3-40DF-92DB-766439345303}" srcId="{A877D51C-F271-445A-8960-97490055DF53}" destId="{06FEE670-F1C9-417F-ACC2-55E3937E6E5A}" srcOrd="4" destOrd="0" parTransId="{33A768FC-F926-4F10-9798-18C16A607247}" sibTransId="{2DD86332-FB92-47F4-A3B1-769B9140900D}"/>
    <dgm:cxn modelId="{16AABF1F-BF94-DB4B-AC42-6306E82AC48D}" type="presParOf" srcId="{F7F6FF58-95FA-4043-9858-273A99048BD1}" destId="{68F3CB63-DD35-EA4D-B0B0-9EC8309688E4}" srcOrd="0" destOrd="0" presId="urn:microsoft.com/office/officeart/2005/8/layout/process5"/>
    <dgm:cxn modelId="{CF2E554B-4F48-8A47-B7A6-5C95AC28C9CD}" type="presParOf" srcId="{F7F6FF58-95FA-4043-9858-273A99048BD1}" destId="{26EAF4D2-AC76-764B-B611-103B115CA884}" srcOrd="1" destOrd="0" presId="urn:microsoft.com/office/officeart/2005/8/layout/process5"/>
    <dgm:cxn modelId="{18D4B058-378C-074C-B98A-7D18C6E03DD8}" type="presParOf" srcId="{26EAF4D2-AC76-764B-B611-103B115CA884}" destId="{506F00F1-F16E-C642-A0B5-CC18AF4E9F6D}" srcOrd="0" destOrd="0" presId="urn:microsoft.com/office/officeart/2005/8/layout/process5"/>
    <dgm:cxn modelId="{01572A7F-852D-F047-A5C8-CD8B3560C049}" type="presParOf" srcId="{F7F6FF58-95FA-4043-9858-273A99048BD1}" destId="{AB854149-1E75-B748-A7B6-4FBB448CEE39}" srcOrd="2" destOrd="0" presId="urn:microsoft.com/office/officeart/2005/8/layout/process5"/>
    <dgm:cxn modelId="{5E95167A-08E0-774F-8309-98DE04A8FA52}" type="presParOf" srcId="{F7F6FF58-95FA-4043-9858-273A99048BD1}" destId="{217A94F5-A099-4748-9583-982F05C6DDEB}" srcOrd="3" destOrd="0" presId="urn:microsoft.com/office/officeart/2005/8/layout/process5"/>
    <dgm:cxn modelId="{CDD7A446-8CCA-3844-BBE6-6401F4C6A734}" type="presParOf" srcId="{217A94F5-A099-4748-9583-982F05C6DDEB}" destId="{DB260CED-5E74-D54C-9C41-1738A69062F7}" srcOrd="0" destOrd="0" presId="urn:microsoft.com/office/officeart/2005/8/layout/process5"/>
    <dgm:cxn modelId="{642DAA4A-4EB2-6E45-A6C9-01672ABE4EE8}" type="presParOf" srcId="{F7F6FF58-95FA-4043-9858-273A99048BD1}" destId="{7154C0A6-D5CA-A843-811F-3F47A285C780}" srcOrd="4" destOrd="0" presId="urn:microsoft.com/office/officeart/2005/8/layout/process5"/>
    <dgm:cxn modelId="{59E1AF83-AC00-0C4D-9FE9-312CBAAB7737}" type="presParOf" srcId="{F7F6FF58-95FA-4043-9858-273A99048BD1}" destId="{736E0E02-8202-014C-9CED-6026E47F64AA}" srcOrd="5" destOrd="0" presId="urn:microsoft.com/office/officeart/2005/8/layout/process5"/>
    <dgm:cxn modelId="{48F04CBC-E9C8-7143-ACC4-465BAF51DCFF}" type="presParOf" srcId="{736E0E02-8202-014C-9CED-6026E47F64AA}" destId="{B3D501C5-241C-0C48-8017-EDBED02C38B8}" srcOrd="0" destOrd="0" presId="urn:microsoft.com/office/officeart/2005/8/layout/process5"/>
    <dgm:cxn modelId="{BAF0F129-814D-0144-AC0A-A50CC2A7EF96}" type="presParOf" srcId="{F7F6FF58-95FA-4043-9858-273A99048BD1}" destId="{810BE9C2-FF04-DA49-A1BF-46A2D9DB8CD9}" srcOrd="6" destOrd="0" presId="urn:microsoft.com/office/officeart/2005/8/layout/process5"/>
    <dgm:cxn modelId="{EDA5B08A-523C-5648-AE98-6E523387FFA3}" type="presParOf" srcId="{F7F6FF58-95FA-4043-9858-273A99048BD1}" destId="{4DC369C5-F0DA-9942-A37E-E41E4D3A3404}" srcOrd="7" destOrd="0" presId="urn:microsoft.com/office/officeart/2005/8/layout/process5"/>
    <dgm:cxn modelId="{0B573981-CC17-BB49-A4E4-D450B299D4E2}" type="presParOf" srcId="{4DC369C5-F0DA-9942-A37E-E41E4D3A3404}" destId="{E1471E87-BB5A-5140-87DB-63A0CC6A5F16}" srcOrd="0" destOrd="0" presId="urn:microsoft.com/office/officeart/2005/8/layout/process5"/>
    <dgm:cxn modelId="{2FD1A1A1-5376-5F42-A933-098179161DB9}" type="presParOf" srcId="{F7F6FF58-95FA-4043-9858-273A99048BD1}" destId="{55720603-373B-DA44-8711-CFF3EEF741FC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84BCE-9758-4A4B-805F-9411C507430D}">
      <dsp:nvSpPr>
        <dsp:cNvPr id="0" name=""/>
        <dsp:cNvSpPr/>
      </dsp:nvSpPr>
      <dsp:spPr>
        <a:xfrm>
          <a:off x="0" y="0"/>
          <a:ext cx="526228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763D42-1E9F-5546-BACD-DA9203C9B8FB}">
      <dsp:nvSpPr>
        <dsp:cNvPr id="0" name=""/>
        <dsp:cNvSpPr/>
      </dsp:nvSpPr>
      <dsp:spPr>
        <a:xfrm>
          <a:off x="0" y="0"/>
          <a:ext cx="5262286" cy="13963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kern="1200"/>
            <a:t>понятность кода;</a:t>
          </a:r>
          <a:endParaRPr lang="en-US" sz="3900" kern="1200"/>
        </a:p>
      </dsp:txBody>
      <dsp:txXfrm>
        <a:off x="0" y="0"/>
        <a:ext cx="5262286" cy="1396396"/>
      </dsp:txXfrm>
    </dsp:sp>
    <dsp:sp modelId="{B8978499-500E-854E-BE79-A2B0BDA377E2}">
      <dsp:nvSpPr>
        <dsp:cNvPr id="0" name=""/>
        <dsp:cNvSpPr/>
      </dsp:nvSpPr>
      <dsp:spPr>
        <a:xfrm>
          <a:off x="0" y="1396396"/>
          <a:ext cx="5262286" cy="0"/>
        </a:xfrm>
        <a:prstGeom prst="line">
          <a:avLst/>
        </a:prstGeom>
        <a:solidFill>
          <a:schemeClr val="accent2">
            <a:hueOff val="3878592"/>
            <a:satOff val="-23180"/>
            <a:lumOff val="-4641"/>
            <a:alphaOff val="0"/>
          </a:schemeClr>
        </a:solidFill>
        <a:ln w="12700" cap="flat" cmpd="sng" algn="ctr">
          <a:solidFill>
            <a:schemeClr val="accent2">
              <a:hueOff val="3878592"/>
              <a:satOff val="-23180"/>
              <a:lumOff val="-46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2C70EB-BC9F-414D-ADFE-51D48BA32EBC}">
      <dsp:nvSpPr>
        <dsp:cNvPr id="0" name=""/>
        <dsp:cNvSpPr/>
      </dsp:nvSpPr>
      <dsp:spPr>
        <a:xfrm>
          <a:off x="0" y="1396396"/>
          <a:ext cx="5262286" cy="13963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kern="1200"/>
            <a:t>скорость разработки;</a:t>
          </a:r>
          <a:endParaRPr lang="en-US" sz="3900" kern="1200"/>
        </a:p>
      </dsp:txBody>
      <dsp:txXfrm>
        <a:off x="0" y="1396396"/>
        <a:ext cx="5262286" cy="1396396"/>
      </dsp:txXfrm>
    </dsp:sp>
    <dsp:sp modelId="{783BFF62-930B-C848-BCDB-AB4FDEA382D7}">
      <dsp:nvSpPr>
        <dsp:cNvPr id="0" name=""/>
        <dsp:cNvSpPr/>
      </dsp:nvSpPr>
      <dsp:spPr>
        <a:xfrm>
          <a:off x="0" y="2792792"/>
          <a:ext cx="5262286" cy="0"/>
        </a:xfrm>
        <a:prstGeom prst="line">
          <a:avLst/>
        </a:prstGeom>
        <a:solidFill>
          <a:schemeClr val="accent2">
            <a:hueOff val="7757184"/>
            <a:satOff val="-46361"/>
            <a:lumOff val="-9281"/>
            <a:alphaOff val="0"/>
          </a:schemeClr>
        </a:solidFill>
        <a:ln w="12700" cap="flat" cmpd="sng" algn="ctr">
          <a:solidFill>
            <a:schemeClr val="accent2">
              <a:hueOff val="7757184"/>
              <a:satOff val="-46361"/>
              <a:lumOff val="-92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122C90-1546-7449-A761-5F42BD1FEBBE}">
      <dsp:nvSpPr>
        <dsp:cNvPr id="0" name=""/>
        <dsp:cNvSpPr/>
      </dsp:nvSpPr>
      <dsp:spPr>
        <a:xfrm>
          <a:off x="0" y="2792792"/>
          <a:ext cx="5262286" cy="13963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kern="1200"/>
            <a:t>удобство совместной работы;</a:t>
          </a:r>
          <a:endParaRPr lang="en-US" sz="3900" kern="1200"/>
        </a:p>
      </dsp:txBody>
      <dsp:txXfrm>
        <a:off x="0" y="2792792"/>
        <a:ext cx="5262286" cy="1396396"/>
      </dsp:txXfrm>
    </dsp:sp>
    <dsp:sp modelId="{F569F660-3BFD-B044-896A-85E5706A6DCA}">
      <dsp:nvSpPr>
        <dsp:cNvPr id="0" name=""/>
        <dsp:cNvSpPr/>
      </dsp:nvSpPr>
      <dsp:spPr>
        <a:xfrm>
          <a:off x="0" y="4189188"/>
          <a:ext cx="5262286" cy="0"/>
        </a:xfrm>
        <a:prstGeom prst="line">
          <a:avLst/>
        </a:prstGeom>
        <a:solidFill>
          <a:schemeClr val="accent2">
            <a:hueOff val="11635777"/>
            <a:satOff val="-69541"/>
            <a:lumOff val="-13922"/>
            <a:alphaOff val="0"/>
          </a:schemeClr>
        </a:solidFill>
        <a:ln w="12700" cap="flat" cmpd="sng" algn="ctr">
          <a:solidFill>
            <a:schemeClr val="accent2">
              <a:hueOff val="11635777"/>
              <a:satOff val="-69541"/>
              <a:lumOff val="-1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3B5374-5C11-EC4E-BE71-8B23466F3D8C}">
      <dsp:nvSpPr>
        <dsp:cNvPr id="0" name=""/>
        <dsp:cNvSpPr/>
      </dsp:nvSpPr>
      <dsp:spPr>
        <a:xfrm>
          <a:off x="0" y="4189188"/>
          <a:ext cx="5262286" cy="13963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kern="1200"/>
            <a:t>масштабируемость проекта.</a:t>
          </a:r>
          <a:endParaRPr lang="en-US" sz="3900" kern="1200"/>
        </a:p>
      </dsp:txBody>
      <dsp:txXfrm>
        <a:off x="0" y="4189188"/>
        <a:ext cx="5262286" cy="13963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29E6E4-40AD-2C43-B5C0-EE1102EE178F}">
      <dsp:nvSpPr>
        <dsp:cNvPr id="0" name=""/>
        <dsp:cNvSpPr/>
      </dsp:nvSpPr>
      <dsp:spPr>
        <a:xfrm>
          <a:off x="3279" y="0"/>
          <a:ext cx="2601713" cy="344130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840" tIns="330200" rIns="202840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1" kern="1200"/>
            <a:t>Разделение по функциям</a:t>
          </a:r>
          <a:r>
            <a:rPr lang="ru-RU" sz="1700" kern="1200"/>
            <a:t> — логику, интерфейс и данные хранить отдельно.</a:t>
          </a:r>
          <a:endParaRPr lang="en-US" sz="1700" kern="1200"/>
        </a:p>
      </dsp:txBody>
      <dsp:txXfrm>
        <a:off x="3279" y="1307695"/>
        <a:ext cx="2601713" cy="2064781"/>
      </dsp:txXfrm>
    </dsp:sp>
    <dsp:sp modelId="{2EA61404-8289-F743-89DA-714609D0CE43}">
      <dsp:nvSpPr>
        <dsp:cNvPr id="0" name=""/>
        <dsp:cNvSpPr/>
      </dsp:nvSpPr>
      <dsp:spPr>
        <a:xfrm>
          <a:off x="787940" y="344130"/>
          <a:ext cx="1032390" cy="103239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489" tIns="12700" rIns="8048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939130" y="495320"/>
        <a:ext cx="730010" cy="730010"/>
      </dsp:txXfrm>
    </dsp:sp>
    <dsp:sp modelId="{3A516172-D513-F546-A762-822BDECC83F7}">
      <dsp:nvSpPr>
        <dsp:cNvPr id="0" name=""/>
        <dsp:cNvSpPr/>
      </dsp:nvSpPr>
      <dsp:spPr>
        <a:xfrm>
          <a:off x="3279" y="3441231"/>
          <a:ext cx="2601713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EFB597-D14B-3242-A9C2-219D184B8207}">
      <dsp:nvSpPr>
        <dsp:cNvPr id="0" name=""/>
        <dsp:cNvSpPr/>
      </dsp:nvSpPr>
      <dsp:spPr>
        <a:xfrm>
          <a:off x="2865164" y="0"/>
          <a:ext cx="2601713" cy="3441303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840" tIns="330200" rIns="202840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1" kern="1200"/>
            <a:t>Минимальная вложенность</a:t>
          </a:r>
          <a:r>
            <a:rPr lang="ru-RU" sz="1700" kern="1200"/>
            <a:t> — избегать слишком глубокой структуры.</a:t>
          </a:r>
          <a:endParaRPr lang="en-US" sz="1700" kern="1200"/>
        </a:p>
      </dsp:txBody>
      <dsp:txXfrm>
        <a:off x="2865164" y="1307695"/>
        <a:ext cx="2601713" cy="2064781"/>
      </dsp:txXfrm>
    </dsp:sp>
    <dsp:sp modelId="{EC187D10-E2BD-764F-BB4E-B8CF000FDB19}">
      <dsp:nvSpPr>
        <dsp:cNvPr id="0" name=""/>
        <dsp:cNvSpPr/>
      </dsp:nvSpPr>
      <dsp:spPr>
        <a:xfrm>
          <a:off x="3649825" y="344130"/>
          <a:ext cx="1032390" cy="103239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489" tIns="12700" rIns="8048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801015" y="495320"/>
        <a:ext cx="730010" cy="730010"/>
      </dsp:txXfrm>
    </dsp:sp>
    <dsp:sp modelId="{3A205B5A-2D36-D747-9339-33EF004A0F61}">
      <dsp:nvSpPr>
        <dsp:cNvPr id="0" name=""/>
        <dsp:cNvSpPr/>
      </dsp:nvSpPr>
      <dsp:spPr>
        <a:xfrm>
          <a:off x="2865164" y="3441231"/>
          <a:ext cx="2601713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B30C86-8780-C143-A944-7BC725F08810}">
      <dsp:nvSpPr>
        <dsp:cNvPr id="0" name=""/>
        <dsp:cNvSpPr/>
      </dsp:nvSpPr>
      <dsp:spPr>
        <a:xfrm>
          <a:off x="5727048" y="0"/>
          <a:ext cx="2601713" cy="3441303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840" tIns="330200" rIns="202840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1" kern="1200"/>
            <a:t>Модульность</a:t>
          </a:r>
          <a:r>
            <a:rPr lang="ru-RU" sz="1700" kern="1200"/>
            <a:t> — каждая папка отвечает за определённый компонент или модуль.</a:t>
          </a:r>
          <a:endParaRPr lang="en-US" sz="1700" kern="1200"/>
        </a:p>
      </dsp:txBody>
      <dsp:txXfrm>
        <a:off x="5727048" y="1307695"/>
        <a:ext cx="2601713" cy="2064781"/>
      </dsp:txXfrm>
    </dsp:sp>
    <dsp:sp modelId="{352EE66E-AF63-C74A-8D32-2712E5DA827D}">
      <dsp:nvSpPr>
        <dsp:cNvPr id="0" name=""/>
        <dsp:cNvSpPr/>
      </dsp:nvSpPr>
      <dsp:spPr>
        <a:xfrm>
          <a:off x="6511709" y="344130"/>
          <a:ext cx="1032390" cy="103239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489" tIns="12700" rIns="8048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662899" y="495320"/>
        <a:ext cx="730010" cy="730010"/>
      </dsp:txXfrm>
    </dsp:sp>
    <dsp:sp modelId="{71A55FD2-488A-D744-840E-C7EFCF23309C}">
      <dsp:nvSpPr>
        <dsp:cNvPr id="0" name=""/>
        <dsp:cNvSpPr/>
      </dsp:nvSpPr>
      <dsp:spPr>
        <a:xfrm>
          <a:off x="5727048" y="3441231"/>
          <a:ext cx="2601713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31B14C-3F86-F444-B5C1-E403435EE85E}">
      <dsp:nvSpPr>
        <dsp:cNvPr id="0" name=""/>
        <dsp:cNvSpPr/>
      </dsp:nvSpPr>
      <dsp:spPr>
        <a:xfrm>
          <a:off x="8588933" y="0"/>
          <a:ext cx="2601713" cy="3441303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840" tIns="330200" rIns="202840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1" kern="1200"/>
            <a:t>Документация</a:t>
          </a:r>
          <a:r>
            <a:rPr lang="ru-RU" sz="1700" kern="1200"/>
            <a:t> — </a:t>
          </a:r>
          <a:r>
            <a:rPr lang="en-US" sz="1700" kern="1200"/>
            <a:t>README-</a:t>
          </a:r>
          <a:r>
            <a:rPr lang="ru-RU" sz="1700" kern="1200"/>
            <a:t>файл в корне каждой крупной директории</a:t>
          </a:r>
          <a:endParaRPr lang="en-US" sz="1700" kern="1200"/>
        </a:p>
      </dsp:txBody>
      <dsp:txXfrm>
        <a:off x="8588933" y="1307695"/>
        <a:ext cx="2601713" cy="2064781"/>
      </dsp:txXfrm>
    </dsp:sp>
    <dsp:sp modelId="{6C702A75-7CDF-E543-8A4A-7ADDF8FFEC13}">
      <dsp:nvSpPr>
        <dsp:cNvPr id="0" name=""/>
        <dsp:cNvSpPr/>
      </dsp:nvSpPr>
      <dsp:spPr>
        <a:xfrm>
          <a:off x="9373594" y="344130"/>
          <a:ext cx="1032390" cy="103239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489" tIns="12700" rIns="8048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9524784" y="495320"/>
        <a:ext cx="730010" cy="730010"/>
      </dsp:txXfrm>
    </dsp:sp>
    <dsp:sp modelId="{BCA3A233-58BD-A849-B2D4-CDC090F224F4}">
      <dsp:nvSpPr>
        <dsp:cNvPr id="0" name=""/>
        <dsp:cNvSpPr/>
      </dsp:nvSpPr>
      <dsp:spPr>
        <a:xfrm>
          <a:off x="8588933" y="3441231"/>
          <a:ext cx="2601713" cy="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F3CB63-DD35-EA4D-B0B0-9EC8309688E4}">
      <dsp:nvSpPr>
        <dsp:cNvPr id="0" name=""/>
        <dsp:cNvSpPr/>
      </dsp:nvSpPr>
      <dsp:spPr>
        <a:xfrm>
          <a:off x="53445" y="286"/>
          <a:ext cx="2148081" cy="12888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KZ" sz="1600" kern="1200" dirty="0"/>
            <a:t> </a:t>
          </a:r>
          <a:r>
            <a:rPr lang="ru-RU" sz="1600" kern="1200" dirty="0"/>
            <a:t>Использовать понятные имена (например, </a:t>
          </a:r>
          <a:r>
            <a:rPr lang="en-US" sz="1600" kern="1200" dirty="0"/>
            <a:t>auth/, user/, shared/)</a:t>
          </a:r>
        </a:p>
      </dsp:txBody>
      <dsp:txXfrm>
        <a:off x="91194" y="38035"/>
        <a:ext cx="2072583" cy="1213350"/>
      </dsp:txXfrm>
    </dsp:sp>
    <dsp:sp modelId="{26EAF4D2-AC76-764B-B611-103B115CA884}">
      <dsp:nvSpPr>
        <dsp:cNvPr id="0" name=""/>
        <dsp:cNvSpPr/>
      </dsp:nvSpPr>
      <dsp:spPr>
        <a:xfrm>
          <a:off x="2390557" y="378348"/>
          <a:ext cx="455393" cy="53272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01</a:t>
          </a:r>
        </a:p>
      </dsp:txBody>
      <dsp:txXfrm>
        <a:off x="2390557" y="484893"/>
        <a:ext cx="318775" cy="319634"/>
      </dsp:txXfrm>
    </dsp:sp>
    <dsp:sp modelId="{AB854149-1E75-B748-A7B6-4FBB448CEE39}">
      <dsp:nvSpPr>
        <dsp:cNvPr id="0" name=""/>
        <dsp:cNvSpPr/>
      </dsp:nvSpPr>
      <dsp:spPr>
        <a:xfrm>
          <a:off x="3060759" y="286"/>
          <a:ext cx="2148081" cy="12888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KZ" sz="1600" kern="1200" dirty="0"/>
            <a:t> </a:t>
          </a:r>
          <a:r>
            <a:rPr lang="ru-RU" sz="1600" kern="1200" dirty="0"/>
            <a:t>Добавлять документацию в корневые директории</a:t>
          </a:r>
          <a:endParaRPr lang="en-US" sz="1600" kern="1200" dirty="0"/>
        </a:p>
      </dsp:txBody>
      <dsp:txXfrm>
        <a:off x="3098508" y="38035"/>
        <a:ext cx="2072583" cy="1213350"/>
      </dsp:txXfrm>
    </dsp:sp>
    <dsp:sp modelId="{217A94F5-A099-4748-9583-982F05C6DDEB}">
      <dsp:nvSpPr>
        <dsp:cNvPr id="0" name=""/>
        <dsp:cNvSpPr/>
      </dsp:nvSpPr>
      <dsp:spPr>
        <a:xfrm rot="5400000">
          <a:off x="3907103" y="1439501"/>
          <a:ext cx="455393" cy="53272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02</a:t>
          </a:r>
        </a:p>
      </dsp:txBody>
      <dsp:txXfrm rot="-5400000">
        <a:off x="3974983" y="1478166"/>
        <a:ext cx="319634" cy="318775"/>
      </dsp:txXfrm>
    </dsp:sp>
    <dsp:sp modelId="{7154C0A6-D5CA-A843-811F-3F47A285C780}">
      <dsp:nvSpPr>
        <dsp:cNvPr id="0" name=""/>
        <dsp:cNvSpPr/>
      </dsp:nvSpPr>
      <dsp:spPr>
        <a:xfrm>
          <a:off x="3060759" y="2148368"/>
          <a:ext cx="2148081" cy="128884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KZ" sz="1600" kern="1200" dirty="0"/>
            <a:t> </a:t>
          </a:r>
          <a:r>
            <a:rPr lang="ru-RU" sz="1600" kern="1200" dirty="0"/>
            <a:t>Делить шаблоны по уровням — базовые, частичные, специализированные</a:t>
          </a:r>
          <a:endParaRPr lang="en-US" sz="1600" kern="1200" dirty="0"/>
        </a:p>
      </dsp:txBody>
      <dsp:txXfrm>
        <a:off x="3098508" y="2186117"/>
        <a:ext cx="2072583" cy="1213350"/>
      </dsp:txXfrm>
    </dsp:sp>
    <dsp:sp modelId="{736E0E02-8202-014C-9CED-6026E47F64AA}">
      <dsp:nvSpPr>
        <dsp:cNvPr id="0" name=""/>
        <dsp:cNvSpPr/>
      </dsp:nvSpPr>
      <dsp:spPr>
        <a:xfrm rot="10800000">
          <a:off x="2416334" y="2526430"/>
          <a:ext cx="455393" cy="53272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03</a:t>
          </a:r>
        </a:p>
      </dsp:txBody>
      <dsp:txXfrm rot="10800000">
        <a:off x="2552952" y="2632975"/>
        <a:ext cx="318775" cy="319634"/>
      </dsp:txXfrm>
    </dsp:sp>
    <dsp:sp modelId="{810BE9C2-FF04-DA49-A1BF-46A2D9DB8CD9}">
      <dsp:nvSpPr>
        <dsp:cNvPr id="0" name=""/>
        <dsp:cNvSpPr/>
      </dsp:nvSpPr>
      <dsp:spPr>
        <a:xfrm>
          <a:off x="53445" y="2148368"/>
          <a:ext cx="2148081" cy="128884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KZ" sz="1600" kern="1200" dirty="0"/>
            <a:t> </a:t>
          </a:r>
          <a:r>
            <a:rPr lang="ru-RU" sz="1600" kern="1200" dirty="0"/>
            <a:t>Хранить общий код в </a:t>
          </a:r>
          <a:r>
            <a:rPr lang="en-US" sz="1600" kern="1200" dirty="0"/>
            <a:t>common/ </a:t>
          </a:r>
          <a:r>
            <a:rPr lang="ru-RU" sz="1600" kern="1200" dirty="0"/>
            <a:t>или </a:t>
          </a:r>
          <a:r>
            <a:rPr lang="en-US" sz="1600" kern="1200" dirty="0"/>
            <a:t>shared/</a:t>
          </a:r>
        </a:p>
      </dsp:txBody>
      <dsp:txXfrm>
        <a:off x="91194" y="2186117"/>
        <a:ext cx="2072583" cy="1213350"/>
      </dsp:txXfrm>
    </dsp:sp>
    <dsp:sp modelId="{4DC369C5-F0DA-9942-A37E-E41E4D3A3404}">
      <dsp:nvSpPr>
        <dsp:cNvPr id="0" name=""/>
        <dsp:cNvSpPr/>
      </dsp:nvSpPr>
      <dsp:spPr>
        <a:xfrm rot="5400000">
          <a:off x="899789" y="3587582"/>
          <a:ext cx="455393" cy="53272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04</a:t>
          </a:r>
        </a:p>
      </dsp:txBody>
      <dsp:txXfrm rot="-5400000">
        <a:off x="967669" y="3626247"/>
        <a:ext cx="319634" cy="318775"/>
      </dsp:txXfrm>
    </dsp:sp>
    <dsp:sp modelId="{55720603-373B-DA44-8711-CFF3EEF741FC}">
      <dsp:nvSpPr>
        <dsp:cNvPr id="0" name=""/>
        <dsp:cNvSpPr/>
      </dsp:nvSpPr>
      <dsp:spPr>
        <a:xfrm>
          <a:off x="53445" y="4296449"/>
          <a:ext cx="2148081" cy="128884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Использовать .</a:t>
          </a:r>
          <a:r>
            <a:rPr lang="en-US" sz="1600" kern="1200" dirty="0" err="1"/>
            <a:t>gitignore</a:t>
          </a:r>
          <a:r>
            <a:rPr lang="en-US" sz="1600" kern="1200" dirty="0"/>
            <a:t> </a:t>
          </a:r>
          <a:r>
            <a:rPr lang="ru-RU" sz="1600" kern="1200" dirty="0"/>
            <a:t>и </a:t>
          </a:r>
          <a:r>
            <a:rPr lang="en-US" sz="1600" kern="1200" dirty="0" err="1"/>
            <a:t>README.md</a:t>
          </a:r>
          <a:r>
            <a:rPr lang="en-US" sz="1600" kern="1200" dirty="0"/>
            <a:t> </a:t>
          </a:r>
          <a:r>
            <a:rPr lang="ru-RU" sz="1600" kern="1200" dirty="0"/>
            <a:t>в корне проекта</a:t>
          </a:r>
          <a:endParaRPr lang="en-US" sz="1600" kern="1200" dirty="0"/>
        </a:p>
      </dsp:txBody>
      <dsp:txXfrm>
        <a:off x="91194" y="4334198"/>
        <a:ext cx="2072583" cy="12133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838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24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6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971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673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92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10/30/25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005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341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178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669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197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10/30/25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276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60" r:id="rId6"/>
    <p:sldLayoutId id="2147483755" r:id="rId7"/>
    <p:sldLayoutId id="2147483756" r:id="rId8"/>
    <p:sldLayoutId id="2147483757" r:id="rId9"/>
    <p:sldLayoutId id="2147483759" r:id="rId10"/>
    <p:sldLayoutId id="214748375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F56174-F07B-6810-DAB1-E83137851B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21" y="397275"/>
            <a:ext cx="2751962" cy="3761257"/>
          </a:xfrm>
        </p:spPr>
        <p:txBody>
          <a:bodyPr anchor="ctr">
            <a:normAutofit/>
          </a:bodyPr>
          <a:lstStyle/>
          <a:p>
            <a:r>
              <a:rPr lang="ru-RU" sz="3200" dirty="0"/>
              <a:t>Правильная структура папок в шаблонном программировании</a:t>
            </a:r>
            <a:br>
              <a:rPr lang="ru-RU" sz="3200" dirty="0"/>
            </a:br>
            <a:endParaRPr lang="ru-KZ" sz="3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EFD0AB-30BE-E737-5688-28DFF3F6A4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221" y="4846029"/>
            <a:ext cx="2550597" cy="1478402"/>
          </a:xfrm>
        </p:spPr>
        <p:txBody>
          <a:bodyPr anchor="ctr">
            <a:normAutofit fontScale="92500" lnSpcReduction="20000"/>
          </a:bodyPr>
          <a:lstStyle/>
          <a:p>
            <a:r>
              <a:rPr lang="ru-RU" sz="1800" dirty="0"/>
              <a:t>Показать, как правильно организовывать структуру папок и файлов в шаблонных проектах.</a:t>
            </a:r>
          </a:p>
          <a:p>
            <a:endParaRPr lang="ru-KZ" sz="1800" dirty="0"/>
          </a:p>
        </p:txBody>
      </p:sp>
      <p:pic>
        <p:nvPicPr>
          <p:cNvPr id="4" name="Picture 3" descr="Цветной сброс воды">
            <a:extLst>
              <a:ext uri="{FF2B5EF4-FFF2-40B4-BE49-F238E27FC236}">
                <a16:creationId xmlns:a16="http://schemas.microsoft.com/office/drawing/2014/main" id="{D9AA7E94-76D7-CFEC-A91C-B0A060F4AF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7" r="9681" b="-1"/>
          <a:stretch>
            <a:fillRect/>
          </a:stretch>
        </p:blipFill>
        <p:spPr>
          <a:xfrm>
            <a:off x="3047998" y="10"/>
            <a:ext cx="9144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93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380A34A-731B-4B77-8D1A-4326EA612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A2F71E-E88B-4447-A855-897A91612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885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458742-E373-5D8D-FE79-8D6A9B614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8" y="481035"/>
            <a:ext cx="5071550" cy="581142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4600"/>
              <a:t>Структура проекта — это основа удобной разработки.</a:t>
            </a:r>
            <a:br>
              <a:rPr lang="ru-RU" sz="4600"/>
            </a:br>
            <a:r>
              <a:rPr lang="ru-RU" sz="4600"/>
              <a:t>От того, как организованы папки и файлы, зависит:</a:t>
            </a:r>
            <a:br>
              <a:rPr lang="ru-RU" sz="4600"/>
            </a:br>
            <a:endParaRPr lang="ru-KZ" sz="4600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5052C207-0B32-B939-49EA-81D0FC7F5A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4448023"/>
              </p:ext>
            </p:extLst>
          </p:nvPr>
        </p:nvGraphicFramePr>
        <p:xfrm>
          <a:off x="6445526" y="591378"/>
          <a:ext cx="5262286" cy="55855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243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F15C8E-093E-4823-A12A-001BAA62B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C60494-71A0-4561-A012-BA2338D0D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4562285"/>
            <a:ext cx="12192000" cy="22957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70334F-47D9-4226-3876-4B27A7584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927410"/>
            <a:ext cx="10869248" cy="1249553"/>
          </a:xfrm>
        </p:spPr>
        <p:txBody>
          <a:bodyPr>
            <a:normAutofit/>
          </a:bodyPr>
          <a:lstStyle/>
          <a:p>
            <a:r>
              <a:rPr lang="ru-RU" sz="5000"/>
              <a:t>Принципы организации структуры</a:t>
            </a:r>
            <a:endParaRPr lang="ru-KZ" sz="5000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BC7146FE-80BB-072F-25B7-EB4B86441B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0343045"/>
              </p:ext>
            </p:extLst>
          </p:nvPr>
        </p:nvGraphicFramePr>
        <p:xfrm>
          <a:off x="484553" y="805070"/>
          <a:ext cx="11193926" cy="3441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690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820031-382F-BD09-FFF9-34C6B38CF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 базовой структуры проекта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BA8490-A6EC-88E9-5906-0DB67C5EE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576513"/>
            <a:ext cx="10869248" cy="408775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" sz="1800" dirty="0"/>
              <a:t>project/</a:t>
            </a:r>
          </a:p>
          <a:p>
            <a:pPr>
              <a:spcBef>
                <a:spcPts val="0"/>
              </a:spcBef>
            </a:pPr>
            <a:r>
              <a:rPr lang="en" sz="1800" dirty="0"/>
              <a:t>├── </a:t>
            </a:r>
            <a:r>
              <a:rPr lang="en" sz="1800" dirty="0" err="1"/>
              <a:t>src</a:t>
            </a:r>
            <a:r>
              <a:rPr lang="en" sz="1800" dirty="0"/>
              <a:t>/           		# </a:t>
            </a:r>
            <a:r>
              <a:rPr lang="ru-RU" sz="1800" dirty="0"/>
              <a:t>исходный код</a:t>
            </a:r>
          </a:p>
          <a:p>
            <a:pPr>
              <a:spcBef>
                <a:spcPts val="0"/>
              </a:spcBef>
            </a:pPr>
            <a:r>
              <a:rPr lang="ru-RU" sz="1800" dirty="0"/>
              <a:t>│   ├── </a:t>
            </a:r>
            <a:r>
              <a:rPr lang="en" sz="1800" dirty="0"/>
              <a:t>components/  	# </a:t>
            </a:r>
            <a:r>
              <a:rPr lang="ru-RU" sz="1800" dirty="0"/>
              <a:t>шаблонные компоненты</a:t>
            </a:r>
          </a:p>
          <a:p>
            <a:pPr>
              <a:spcBef>
                <a:spcPts val="0"/>
              </a:spcBef>
            </a:pPr>
            <a:r>
              <a:rPr lang="ru-RU" sz="1800" dirty="0"/>
              <a:t>│   ├── </a:t>
            </a:r>
            <a:r>
              <a:rPr lang="en" sz="1800" dirty="0"/>
              <a:t>utils/        	# </a:t>
            </a:r>
            <a:r>
              <a:rPr lang="ru-RU" sz="1800" dirty="0"/>
              <a:t>вспомогательные функции</a:t>
            </a:r>
          </a:p>
          <a:p>
            <a:pPr>
              <a:spcBef>
                <a:spcPts val="0"/>
              </a:spcBef>
            </a:pPr>
            <a:r>
              <a:rPr lang="ru-RU" sz="1800" dirty="0"/>
              <a:t>│   ├── </a:t>
            </a:r>
            <a:r>
              <a:rPr lang="en" sz="1800" dirty="0"/>
              <a:t>templates/    	# </a:t>
            </a:r>
            <a:r>
              <a:rPr lang="ru-RU" sz="1800" dirty="0"/>
              <a:t>шаблоны (</a:t>
            </a:r>
            <a:r>
              <a:rPr lang="en" sz="1800" dirty="0"/>
              <a:t>header, footer, layout)</a:t>
            </a:r>
          </a:p>
          <a:p>
            <a:pPr>
              <a:spcBef>
                <a:spcPts val="0"/>
              </a:spcBef>
            </a:pPr>
            <a:r>
              <a:rPr lang="en" sz="1800" dirty="0"/>
              <a:t>│   └── </a:t>
            </a:r>
            <a:r>
              <a:rPr lang="en" sz="1800" dirty="0" err="1"/>
              <a:t>main.cpp</a:t>
            </a:r>
            <a:r>
              <a:rPr lang="en" sz="1800" dirty="0"/>
              <a:t>      	# </a:t>
            </a:r>
            <a:r>
              <a:rPr lang="ru-RU" sz="1800" dirty="0"/>
              <a:t>точка входа</a:t>
            </a:r>
          </a:p>
          <a:p>
            <a:pPr>
              <a:spcBef>
                <a:spcPts val="0"/>
              </a:spcBef>
            </a:pPr>
            <a:r>
              <a:rPr lang="ru-RU" sz="1800" dirty="0"/>
              <a:t>│</a:t>
            </a:r>
          </a:p>
          <a:p>
            <a:pPr>
              <a:spcBef>
                <a:spcPts val="0"/>
              </a:spcBef>
            </a:pPr>
            <a:r>
              <a:rPr lang="ru-RU" sz="1800" dirty="0"/>
              <a:t>├── </a:t>
            </a:r>
            <a:r>
              <a:rPr lang="en" sz="1800" dirty="0"/>
              <a:t>include/          	# </a:t>
            </a:r>
            <a:r>
              <a:rPr lang="ru-RU" sz="1800" dirty="0"/>
              <a:t>заголовочные файлы (</a:t>
            </a:r>
            <a:r>
              <a:rPr lang="en" sz="1800" dirty="0"/>
              <a:t>C++/C)</a:t>
            </a:r>
          </a:p>
          <a:p>
            <a:pPr>
              <a:spcBef>
                <a:spcPts val="0"/>
              </a:spcBef>
            </a:pPr>
            <a:r>
              <a:rPr lang="en" sz="1800" dirty="0"/>
              <a:t>├── docs/             	# </a:t>
            </a:r>
            <a:r>
              <a:rPr lang="ru-RU" sz="1800" dirty="0"/>
              <a:t>документация</a:t>
            </a:r>
          </a:p>
          <a:p>
            <a:pPr>
              <a:spcBef>
                <a:spcPts val="0"/>
              </a:spcBef>
            </a:pPr>
            <a:r>
              <a:rPr lang="ru-RU" sz="1800" dirty="0"/>
              <a:t>├── </a:t>
            </a:r>
            <a:r>
              <a:rPr lang="en" sz="1800" dirty="0"/>
              <a:t>tests/            	# </a:t>
            </a:r>
            <a:r>
              <a:rPr lang="ru-RU" sz="1800" dirty="0"/>
              <a:t>тесты</a:t>
            </a:r>
          </a:p>
          <a:p>
            <a:pPr>
              <a:spcBef>
                <a:spcPts val="0"/>
              </a:spcBef>
            </a:pPr>
            <a:r>
              <a:rPr lang="ru-RU" sz="1800" dirty="0"/>
              <a:t>├── </a:t>
            </a:r>
            <a:r>
              <a:rPr lang="en" sz="1800" dirty="0"/>
              <a:t>build/            	# </a:t>
            </a:r>
            <a:r>
              <a:rPr lang="ru-RU" sz="1800" dirty="0"/>
              <a:t>сборочные файлы</a:t>
            </a:r>
          </a:p>
          <a:p>
            <a:pPr>
              <a:spcBef>
                <a:spcPts val="0"/>
              </a:spcBef>
            </a:pPr>
            <a:r>
              <a:rPr lang="ru-RU" sz="1800" dirty="0"/>
              <a:t>└── </a:t>
            </a:r>
            <a:r>
              <a:rPr lang="en" sz="1800" dirty="0" err="1"/>
              <a:t>README.md</a:t>
            </a:r>
            <a:endParaRPr lang="en" sz="1800" dirty="0"/>
          </a:p>
          <a:p>
            <a:pPr>
              <a:spcBef>
                <a:spcPts val="0"/>
              </a:spcBef>
            </a:pPr>
            <a:endParaRPr lang="ru-KZ" sz="1800" dirty="0"/>
          </a:p>
        </p:txBody>
      </p:sp>
    </p:spTree>
    <p:extLst>
      <p:ext uri="{BB962C8B-B14F-4D97-AF65-F5344CB8AC3E}">
        <p14:creationId xmlns:p14="http://schemas.microsoft.com/office/powerpoint/2010/main" val="3450362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06B261F-632C-43DC-8DC7-7723B3682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E524C7F-EE50-42C5-9434-7C78CE044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3644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6AD4B8-7402-5380-D20A-29F8A5DA7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5022630" cy="243003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у</a:t>
            </a:r>
            <a:r>
              <a:rPr lang="en-US" dirty="0"/>
              <a:t> </a:t>
            </a:r>
            <a:r>
              <a:rPr lang="en-US" dirty="0" err="1"/>
              <a:t>меня</a:t>
            </a:r>
            <a:r>
              <a:rPr lang="en-US" dirty="0"/>
              <a:t> </a:t>
            </a:r>
            <a:r>
              <a:rPr lang="en-US" dirty="0" err="1"/>
              <a:t>построена</a:t>
            </a:r>
            <a:r>
              <a:rPr lang="en-US" dirty="0"/>
              <a:t> </a:t>
            </a:r>
            <a:r>
              <a:rPr lang="en-US" dirty="0" err="1"/>
              <a:t>структура</a:t>
            </a:r>
            <a:endParaRPr lang="en-US" dirty="0"/>
          </a:p>
        </p:txBody>
      </p:sp>
      <p:pic>
        <p:nvPicPr>
          <p:cNvPr id="4" name="Объект 3" descr="Изображение выглядит как текст, снимок экрана, программное обеспечение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C3DE6B4-9C96-CD9C-11DA-3896359A8E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42179"/>
          <a:stretch>
            <a:fillRect/>
          </a:stretch>
        </p:blipFill>
        <p:spPr>
          <a:xfrm>
            <a:off x="6083644" y="10"/>
            <a:ext cx="610835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019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380A34A-731B-4B77-8D1A-4326EA612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A2F71E-E88B-4447-A855-897A91612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03143" y="0"/>
            <a:ext cx="608885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D7E38B-6438-478A-3777-753389F30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0188" y="481035"/>
            <a:ext cx="5071550" cy="5811423"/>
          </a:xfrm>
        </p:spPr>
        <p:txBody>
          <a:bodyPr anchor="ctr">
            <a:normAutofit/>
          </a:bodyPr>
          <a:lstStyle/>
          <a:p>
            <a:r>
              <a:rPr lang="ru-RU" b="1" dirty="0"/>
              <a:t>Лучшие практики</a:t>
            </a: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r>
              <a:rPr lang="ru-RU" sz="2000" dirty="0"/>
              <a:t>Помните: проект может расти, но структура должна оставаться понятной.</a:t>
            </a:r>
            <a:br>
              <a:rPr lang="ru-RU" dirty="0"/>
            </a:br>
            <a:endParaRPr lang="ru-KZ" dirty="0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5BC649C4-1BAF-4F63-B7A1-F184EBF6AA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5012760"/>
              </p:ext>
            </p:extLst>
          </p:nvPr>
        </p:nvGraphicFramePr>
        <p:xfrm>
          <a:off x="416857" y="591378"/>
          <a:ext cx="5262286" cy="55855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0507858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Custom 29">
      <a:dk1>
        <a:srgbClr val="000000"/>
      </a:dk1>
      <a:lt1>
        <a:sysClr val="window" lastClr="FFFFFF"/>
      </a:lt1>
      <a:dk2>
        <a:srgbClr val="465959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7967B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267</Words>
  <Application>Microsoft Macintosh PowerPoint</Application>
  <PresentationFormat>Широкоэкранный</PresentationFormat>
  <Paragraphs>40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Avenir Next LT Pro</vt:lpstr>
      <vt:lpstr>Bahnschrift</vt:lpstr>
      <vt:lpstr>MatrixVTI</vt:lpstr>
      <vt:lpstr>Правильная структура папок в шаблонном программировании </vt:lpstr>
      <vt:lpstr>Структура проекта — это основа удобной разработки. От того, как организованы папки и файлы, зависит: </vt:lpstr>
      <vt:lpstr>Принципы организации структуры</vt:lpstr>
      <vt:lpstr>Пример базовой структуры проекта</vt:lpstr>
      <vt:lpstr>Как у меня построена структура</vt:lpstr>
      <vt:lpstr>Лучшие практики   Помните: проект может расти, но структура должна оставаться понятной.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Alikhan Mustafaev</dc:creator>
  <cp:lastModifiedBy>Alikhan Mustafaev</cp:lastModifiedBy>
  <cp:revision>1</cp:revision>
  <dcterms:created xsi:type="dcterms:W3CDTF">2025-10-30T01:11:27Z</dcterms:created>
  <dcterms:modified xsi:type="dcterms:W3CDTF">2025-10-30T01:22:46Z</dcterms:modified>
</cp:coreProperties>
</file>