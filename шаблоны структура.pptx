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1" r:id="rId1"/>
  </p:sldMasterIdLst>
  <p:sldIdLst>
    <p:sldId id="256" r:id="rId2"/>
    <p:sldId id="257" r:id="rId3"/>
    <p:sldId id="258" r:id="rId4"/>
    <p:sldId id="260" r:id="rId5"/>
    <p:sldId id="272" r:id="rId6"/>
    <p:sldId id="261" r:id="rId7"/>
    <p:sldId id="262" r:id="rId8"/>
    <p:sldId id="263" r:id="rId9"/>
    <p:sldId id="264" r:id="rId10"/>
    <p:sldId id="273" r:id="rId11"/>
    <p:sldId id="274" r:id="rId12"/>
    <p:sldId id="265" r:id="rId13"/>
    <p:sldId id="266" r:id="rId14"/>
    <p:sldId id="267" r:id="rId15"/>
    <p:sldId id="268" r:id="rId16"/>
    <p:sldId id="269" r:id="rId17"/>
    <p:sldId id="275" r:id="rId18"/>
    <p:sldId id="276" r:id="rId19"/>
    <p:sldId id="277" r:id="rId20"/>
    <p:sldId id="270" r:id="rId21"/>
    <p:sldId id="271" r:id="rId22"/>
  </p:sldIdLst>
  <p:sldSz cx="12192000" cy="6858000"/>
  <p:notesSz cx="6858000" cy="9144000"/>
  <p:defaultTextStyle>
    <a:defPPr>
      <a:defRPr lang="ru-K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2206"/>
    <p:restoredTop sz="94694"/>
  </p:normalViewPr>
  <p:slideViewPr>
    <p:cSldViewPr snapToGrid="0">
      <p:cViewPr varScale="1">
        <p:scale>
          <a:sx n="83" d="100"/>
          <a:sy n="83" d="100"/>
        </p:scale>
        <p:origin x="224" y="10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8B77212-4E9E-4F73-A27A-DFA63C606595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957FA52C-35DB-4513-87F9-AF36EBD8F4E6}">
      <dgm:prSet/>
      <dgm:spPr/>
      <dgm:t>
        <a:bodyPr/>
        <a:lstStyle/>
        <a:p>
          <a:r>
            <a:rPr lang="ru-RU"/>
            <a:t>понятность кода;</a:t>
          </a:r>
          <a:endParaRPr lang="en-US"/>
        </a:p>
      </dgm:t>
    </dgm:pt>
    <dgm:pt modelId="{32B9D6EB-44F0-4CC6-AD56-1C228A636C23}" type="parTrans" cxnId="{22F9CCFD-885C-45E7-81C2-DE127065E377}">
      <dgm:prSet/>
      <dgm:spPr/>
      <dgm:t>
        <a:bodyPr/>
        <a:lstStyle/>
        <a:p>
          <a:endParaRPr lang="en-US"/>
        </a:p>
      </dgm:t>
    </dgm:pt>
    <dgm:pt modelId="{86DDADC9-E645-436C-99FF-59B689FAA385}" type="sibTrans" cxnId="{22F9CCFD-885C-45E7-81C2-DE127065E377}">
      <dgm:prSet/>
      <dgm:spPr/>
      <dgm:t>
        <a:bodyPr/>
        <a:lstStyle/>
        <a:p>
          <a:endParaRPr lang="en-US"/>
        </a:p>
      </dgm:t>
    </dgm:pt>
    <dgm:pt modelId="{29B99424-FD11-4DC3-9DE1-F1154E461942}">
      <dgm:prSet/>
      <dgm:spPr/>
      <dgm:t>
        <a:bodyPr/>
        <a:lstStyle/>
        <a:p>
          <a:r>
            <a:rPr lang="ru-RU"/>
            <a:t>скорость разработки;</a:t>
          </a:r>
          <a:endParaRPr lang="en-US"/>
        </a:p>
      </dgm:t>
    </dgm:pt>
    <dgm:pt modelId="{87BD51FA-E17C-4B27-9224-A100110ABA46}" type="parTrans" cxnId="{A8711E45-23B7-462D-A3C7-AB8A0B72E406}">
      <dgm:prSet/>
      <dgm:spPr/>
      <dgm:t>
        <a:bodyPr/>
        <a:lstStyle/>
        <a:p>
          <a:endParaRPr lang="en-US"/>
        </a:p>
      </dgm:t>
    </dgm:pt>
    <dgm:pt modelId="{6E255E21-D8F1-4A47-ADAA-37CD8BA8D92C}" type="sibTrans" cxnId="{A8711E45-23B7-462D-A3C7-AB8A0B72E406}">
      <dgm:prSet/>
      <dgm:spPr/>
      <dgm:t>
        <a:bodyPr/>
        <a:lstStyle/>
        <a:p>
          <a:endParaRPr lang="en-US"/>
        </a:p>
      </dgm:t>
    </dgm:pt>
    <dgm:pt modelId="{32709995-165F-4A60-A3E0-34CA53FB349F}">
      <dgm:prSet/>
      <dgm:spPr/>
      <dgm:t>
        <a:bodyPr/>
        <a:lstStyle/>
        <a:p>
          <a:r>
            <a:rPr lang="ru-RU"/>
            <a:t>удобство совместной работы;</a:t>
          </a:r>
          <a:endParaRPr lang="en-US"/>
        </a:p>
      </dgm:t>
    </dgm:pt>
    <dgm:pt modelId="{A958923D-95BF-490D-86E1-FCD0E7CE389A}" type="parTrans" cxnId="{8F951923-0137-4FAB-A840-181A4C4E251E}">
      <dgm:prSet/>
      <dgm:spPr/>
      <dgm:t>
        <a:bodyPr/>
        <a:lstStyle/>
        <a:p>
          <a:endParaRPr lang="en-US"/>
        </a:p>
      </dgm:t>
    </dgm:pt>
    <dgm:pt modelId="{F0D8E4B9-B476-47D6-ACEB-4D250A8B57E3}" type="sibTrans" cxnId="{8F951923-0137-4FAB-A840-181A4C4E251E}">
      <dgm:prSet/>
      <dgm:spPr/>
      <dgm:t>
        <a:bodyPr/>
        <a:lstStyle/>
        <a:p>
          <a:endParaRPr lang="en-US"/>
        </a:p>
      </dgm:t>
    </dgm:pt>
    <dgm:pt modelId="{07A99B52-BEA3-4813-8C30-A5713733E8B0}">
      <dgm:prSet/>
      <dgm:spPr/>
      <dgm:t>
        <a:bodyPr/>
        <a:lstStyle/>
        <a:p>
          <a:r>
            <a:rPr lang="ru-RU"/>
            <a:t>масштабируемость проекта.</a:t>
          </a:r>
          <a:endParaRPr lang="en-US"/>
        </a:p>
      </dgm:t>
    </dgm:pt>
    <dgm:pt modelId="{08691874-9AD2-492D-8B8B-F93C92B4EAA6}" type="parTrans" cxnId="{F6CDC83B-C149-4631-915A-59B014C568F8}">
      <dgm:prSet/>
      <dgm:spPr/>
      <dgm:t>
        <a:bodyPr/>
        <a:lstStyle/>
        <a:p>
          <a:endParaRPr lang="en-US"/>
        </a:p>
      </dgm:t>
    </dgm:pt>
    <dgm:pt modelId="{821E5B09-1DA9-4035-B030-FADE463FD2B5}" type="sibTrans" cxnId="{F6CDC83B-C149-4631-915A-59B014C568F8}">
      <dgm:prSet/>
      <dgm:spPr/>
      <dgm:t>
        <a:bodyPr/>
        <a:lstStyle/>
        <a:p>
          <a:endParaRPr lang="en-US"/>
        </a:p>
      </dgm:t>
    </dgm:pt>
    <dgm:pt modelId="{CF3151BC-2A71-BC4D-AC83-D841F552F798}" type="pres">
      <dgm:prSet presAssocID="{B8B77212-4E9E-4F73-A27A-DFA63C606595}" presName="vert0" presStyleCnt="0">
        <dgm:presLayoutVars>
          <dgm:dir/>
          <dgm:animOne val="branch"/>
          <dgm:animLvl val="lvl"/>
        </dgm:presLayoutVars>
      </dgm:prSet>
      <dgm:spPr/>
    </dgm:pt>
    <dgm:pt modelId="{9F784BCE-9758-4A4B-805F-9411C507430D}" type="pres">
      <dgm:prSet presAssocID="{957FA52C-35DB-4513-87F9-AF36EBD8F4E6}" presName="thickLine" presStyleLbl="alignNode1" presStyleIdx="0" presStyleCnt="4"/>
      <dgm:spPr/>
    </dgm:pt>
    <dgm:pt modelId="{9ADC6124-2A1C-C143-9E31-C1EFBE050DAE}" type="pres">
      <dgm:prSet presAssocID="{957FA52C-35DB-4513-87F9-AF36EBD8F4E6}" presName="horz1" presStyleCnt="0"/>
      <dgm:spPr/>
    </dgm:pt>
    <dgm:pt modelId="{EC763D42-1E9F-5546-BACD-DA9203C9B8FB}" type="pres">
      <dgm:prSet presAssocID="{957FA52C-35DB-4513-87F9-AF36EBD8F4E6}" presName="tx1" presStyleLbl="revTx" presStyleIdx="0" presStyleCnt="4"/>
      <dgm:spPr/>
    </dgm:pt>
    <dgm:pt modelId="{DEDEFA1F-9307-6143-A2A7-7CA6E5F350A1}" type="pres">
      <dgm:prSet presAssocID="{957FA52C-35DB-4513-87F9-AF36EBD8F4E6}" presName="vert1" presStyleCnt="0"/>
      <dgm:spPr/>
    </dgm:pt>
    <dgm:pt modelId="{B8978499-500E-854E-BE79-A2B0BDA377E2}" type="pres">
      <dgm:prSet presAssocID="{29B99424-FD11-4DC3-9DE1-F1154E461942}" presName="thickLine" presStyleLbl="alignNode1" presStyleIdx="1" presStyleCnt="4"/>
      <dgm:spPr/>
    </dgm:pt>
    <dgm:pt modelId="{8A3FFC61-9A91-DE4E-A520-A1F213F63AE3}" type="pres">
      <dgm:prSet presAssocID="{29B99424-FD11-4DC3-9DE1-F1154E461942}" presName="horz1" presStyleCnt="0"/>
      <dgm:spPr/>
    </dgm:pt>
    <dgm:pt modelId="{E72C70EB-BC9F-414D-ADFE-51D48BA32EBC}" type="pres">
      <dgm:prSet presAssocID="{29B99424-FD11-4DC3-9DE1-F1154E461942}" presName="tx1" presStyleLbl="revTx" presStyleIdx="1" presStyleCnt="4"/>
      <dgm:spPr/>
    </dgm:pt>
    <dgm:pt modelId="{BEECFD64-9498-7C49-82EC-3D56EA6F5A4E}" type="pres">
      <dgm:prSet presAssocID="{29B99424-FD11-4DC3-9DE1-F1154E461942}" presName="vert1" presStyleCnt="0"/>
      <dgm:spPr/>
    </dgm:pt>
    <dgm:pt modelId="{783BFF62-930B-C848-BCDB-AB4FDEA382D7}" type="pres">
      <dgm:prSet presAssocID="{32709995-165F-4A60-A3E0-34CA53FB349F}" presName="thickLine" presStyleLbl="alignNode1" presStyleIdx="2" presStyleCnt="4"/>
      <dgm:spPr/>
    </dgm:pt>
    <dgm:pt modelId="{9ADA92C1-84CB-E14B-A0F4-E07D3AE97384}" type="pres">
      <dgm:prSet presAssocID="{32709995-165F-4A60-A3E0-34CA53FB349F}" presName="horz1" presStyleCnt="0"/>
      <dgm:spPr/>
    </dgm:pt>
    <dgm:pt modelId="{5B122C90-1546-7449-A761-5F42BD1FEBBE}" type="pres">
      <dgm:prSet presAssocID="{32709995-165F-4A60-A3E0-34CA53FB349F}" presName="tx1" presStyleLbl="revTx" presStyleIdx="2" presStyleCnt="4"/>
      <dgm:spPr/>
    </dgm:pt>
    <dgm:pt modelId="{0308899C-3344-4347-BE2B-1AB974E79BD8}" type="pres">
      <dgm:prSet presAssocID="{32709995-165F-4A60-A3E0-34CA53FB349F}" presName="vert1" presStyleCnt="0"/>
      <dgm:spPr/>
    </dgm:pt>
    <dgm:pt modelId="{F569F660-3BFD-B044-896A-85E5706A6DCA}" type="pres">
      <dgm:prSet presAssocID="{07A99B52-BEA3-4813-8C30-A5713733E8B0}" presName="thickLine" presStyleLbl="alignNode1" presStyleIdx="3" presStyleCnt="4"/>
      <dgm:spPr/>
    </dgm:pt>
    <dgm:pt modelId="{55F9CEE8-718E-904C-BE5A-982C11D5E308}" type="pres">
      <dgm:prSet presAssocID="{07A99B52-BEA3-4813-8C30-A5713733E8B0}" presName="horz1" presStyleCnt="0"/>
      <dgm:spPr/>
    </dgm:pt>
    <dgm:pt modelId="{1A3B5374-5C11-EC4E-BE71-8B23466F3D8C}" type="pres">
      <dgm:prSet presAssocID="{07A99B52-BEA3-4813-8C30-A5713733E8B0}" presName="tx1" presStyleLbl="revTx" presStyleIdx="3" presStyleCnt="4"/>
      <dgm:spPr/>
    </dgm:pt>
    <dgm:pt modelId="{1F4EF878-443F-D04E-BD54-38EA2FC8A4E6}" type="pres">
      <dgm:prSet presAssocID="{07A99B52-BEA3-4813-8C30-A5713733E8B0}" presName="vert1" presStyleCnt="0"/>
      <dgm:spPr/>
    </dgm:pt>
  </dgm:ptLst>
  <dgm:cxnLst>
    <dgm:cxn modelId="{8F951923-0137-4FAB-A840-181A4C4E251E}" srcId="{B8B77212-4E9E-4F73-A27A-DFA63C606595}" destId="{32709995-165F-4A60-A3E0-34CA53FB349F}" srcOrd="2" destOrd="0" parTransId="{A958923D-95BF-490D-86E1-FCD0E7CE389A}" sibTransId="{F0D8E4B9-B476-47D6-ACEB-4D250A8B57E3}"/>
    <dgm:cxn modelId="{F6CDC83B-C149-4631-915A-59B014C568F8}" srcId="{B8B77212-4E9E-4F73-A27A-DFA63C606595}" destId="{07A99B52-BEA3-4813-8C30-A5713733E8B0}" srcOrd="3" destOrd="0" parTransId="{08691874-9AD2-492D-8B8B-F93C92B4EAA6}" sibTransId="{821E5B09-1DA9-4035-B030-FADE463FD2B5}"/>
    <dgm:cxn modelId="{A8711E45-23B7-462D-A3C7-AB8A0B72E406}" srcId="{B8B77212-4E9E-4F73-A27A-DFA63C606595}" destId="{29B99424-FD11-4DC3-9DE1-F1154E461942}" srcOrd="1" destOrd="0" parTransId="{87BD51FA-E17C-4B27-9224-A100110ABA46}" sibTransId="{6E255E21-D8F1-4A47-ADAA-37CD8BA8D92C}"/>
    <dgm:cxn modelId="{D8DC617A-D88B-BC4F-9AA0-45EC53E87F58}" type="presOf" srcId="{29B99424-FD11-4DC3-9DE1-F1154E461942}" destId="{E72C70EB-BC9F-414D-ADFE-51D48BA32EBC}" srcOrd="0" destOrd="0" presId="urn:microsoft.com/office/officeart/2008/layout/LinedList"/>
    <dgm:cxn modelId="{A0F19CBE-814C-3F43-9CB4-DFCEE1FD9771}" type="presOf" srcId="{B8B77212-4E9E-4F73-A27A-DFA63C606595}" destId="{CF3151BC-2A71-BC4D-AC83-D841F552F798}" srcOrd="0" destOrd="0" presId="urn:microsoft.com/office/officeart/2008/layout/LinedList"/>
    <dgm:cxn modelId="{910908DC-7E16-E240-B5CF-6441B431B432}" type="presOf" srcId="{957FA52C-35DB-4513-87F9-AF36EBD8F4E6}" destId="{EC763D42-1E9F-5546-BACD-DA9203C9B8FB}" srcOrd="0" destOrd="0" presId="urn:microsoft.com/office/officeart/2008/layout/LinedList"/>
    <dgm:cxn modelId="{A5C2FAF2-2BB2-3F45-A491-FCB43AF20CA5}" type="presOf" srcId="{07A99B52-BEA3-4813-8C30-A5713733E8B0}" destId="{1A3B5374-5C11-EC4E-BE71-8B23466F3D8C}" srcOrd="0" destOrd="0" presId="urn:microsoft.com/office/officeart/2008/layout/LinedList"/>
    <dgm:cxn modelId="{C4AB97F3-8BD2-0540-BEEB-8433A325AE0A}" type="presOf" srcId="{32709995-165F-4A60-A3E0-34CA53FB349F}" destId="{5B122C90-1546-7449-A761-5F42BD1FEBBE}" srcOrd="0" destOrd="0" presId="urn:microsoft.com/office/officeart/2008/layout/LinedList"/>
    <dgm:cxn modelId="{22F9CCFD-885C-45E7-81C2-DE127065E377}" srcId="{B8B77212-4E9E-4F73-A27A-DFA63C606595}" destId="{957FA52C-35DB-4513-87F9-AF36EBD8F4E6}" srcOrd="0" destOrd="0" parTransId="{32B9D6EB-44F0-4CC6-AD56-1C228A636C23}" sibTransId="{86DDADC9-E645-436C-99FF-59B689FAA385}"/>
    <dgm:cxn modelId="{4B21178B-7410-DD46-8BA3-4FFBDFFA40B7}" type="presParOf" srcId="{CF3151BC-2A71-BC4D-AC83-D841F552F798}" destId="{9F784BCE-9758-4A4B-805F-9411C507430D}" srcOrd="0" destOrd="0" presId="urn:microsoft.com/office/officeart/2008/layout/LinedList"/>
    <dgm:cxn modelId="{431863F0-C1BE-2A4F-BD4C-7914E6AB9C5A}" type="presParOf" srcId="{CF3151BC-2A71-BC4D-AC83-D841F552F798}" destId="{9ADC6124-2A1C-C143-9E31-C1EFBE050DAE}" srcOrd="1" destOrd="0" presId="urn:microsoft.com/office/officeart/2008/layout/LinedList"/>
    <dgm:cxn modelId="{96891EF5-D910-A846-A87F-C46E9644A861}" type="presParOf" srcId="{9ADC6124-2A1C-C143-9E31-C1EFBE050DAE}" destId="{EC763D42-1E9F-5546-BACD-DA9203C9B8FB}" srcOrd="0" destOrd="0" presId="urn:microsoft.com/office/officeart/2008/layout/LinedList"/>
    <dgm:cxn modelId="{F20C2B07-14A7-9143-BD3A-6FD0E5093788}" type="presParOf" srcId="{9ADC6124-2A1C-C143-9E31-C1EFBE050DAE}" destId="{DEDEFA1F-9307-6143-A2A7-7CA6E5F350A1}" srcOrd="1" destOrd="0" presId="urn:microsoft.com/office/officeart/2008/layout/LinedList"/>
    <dgm:cxn modelId="{5EDE31B7-85E5-0749-81C6-455805E1336A}" type="presParOf" srcId="{CF3151BC-2A71-BC4D-AC83-D841F552F798}" destId="{B8978499-500E-854E-BE79-A2B0BDA377E2}" srcOrd="2" destOrd="0" presId="urn:microsoft.com/office/officeart/2008/layout/LinedList"/>
    <dgm:cxn modelId="{7549B207-F1F6-3E49-AF1A-5FDAC62E26E2}" type="presParOf" srcId="{CF3151BC-2A71-BC4D-AC83-D841F552F798}" destId="{8A3FFC61-9A91-DE4E-A520-A1F213F63AE3}" srcOrd="3" destOrd="0" presId="urn:microsoft.com/office/officeart/2008/layout/LinedList"/>
    <dgm:cxn modelId="{F6D53F96-5041-5545-BC72-5228AB995547}" type="presParOf" srcId="{8A3FFC61-9A91-DE4E-A520-A1F213F63AE3}" destId="{E72C70EB-BC9F-414D-ADFE-51D48BA32EBC}" srcOrd="0" destOrd="0" presId="urn:microsoft.com/office/officeart/2008/layout/LinedList"/>
    <dgm:cxn modelId="{30146EC8-CA7B-2446-94CA-5AC4A62ED9C7}" type="presParOf" srcId="{8A3FFC61-9A91-DE4E-A520-A1F213F63AE3}" destId="{BEECFD64-9498-7C49-82EC-3D56EA6F5A4E}" srcOrd="1" destOrd="0" presId="urn:microsoft.com/office/officeart/2008/layout/LinedList"/>
    <dgm:cxn modelId="{C64C2271-C2A6-9F43-9CA5-AAD88C661191}" type="presParOf" srcId="{CF3151BC-2A71-BC4D-AC83-D841F552F798}" destId="{783BFF62-930B-C848-BCDB-AB4FDEA382D7}" srcOrd="4" destOrd="0" presId="urn:microsoft.com/office/officeart/2008/layout/LinedList"/>
    <dgm:cxn modelId="{FE6A2C7B-BD09-FF4F-9BBA-003A0063548D}" type="presParOf" srcId="{CF3151BC-2A71-BC4D-AC83-D841F552F798}" destId="{9ADA92C1-84CB-E14B-A0F4-E07D3AE97384}" srcOrd="5" destOrd="0" presId="urn:microsoft.com/office/officeart/2008/layout/LinedList"/>
    <dgm:cxn modelId="{236397F3-A217-724F-B8CB-7C440A0FCC04}" type="presParOf" srcId="{9ADA92C1-84CB-E14B-A0F4-E07D3AE97384}" destId="{5B122C90-1546-7449-A761-5F42BD1FEBBE}" srcOrd="0" destOrd="0" presId="urn:microsoft.com/office/officeart/2008/layout/LinedList"/>
    <dgm:cxn modelId="{2064B758-61E6-BD49-8EFF-7B86D9B0E76A}" type="presParOf" srcId="{9ADA92C1-84CB-E14B-A0F4-E07D3AE97384}" destId="{0308899C-3344-4347-BE2B-1AB974E79BD8}" srcOrd="1" destOrd="0" presId="urn:microsoft.com/office/officeart/2008/layout/LinedList"/>
    <dgm:cxn modelId="{F336252B-11B6-494D-9ADB-170D1C067377}" type="presParOf" srcId="{CF3151BC-2A71-BC4D-AC83-D841F552F798}" destId="{F569F660-3BFD-B044-896A-85E5706A6DCA}" srcOrd="6" destOrd="0" presId="urn:microsoft.com/office/officeart/2008/layout/LinedList"/>
    <dgm:cxn modelId="{BD9498C6-8400-8447-B653-4D656C8B3D28}" type="presParOf" srcId="{CF3151BC-2A71-BC4D-AC83-D841F552F798}" destId="{55F9CEE8-718E-904C-BE5A-982C11D5E308}" srcOrd="7" destOrd="0" presId="urn:microsoft.com/office/officeart/2008/layout/LinedList"/>
    <dgm:cxn modelId="{FBD96EFA-5739-6C40-B8DF-5C390739A986}" type="presParOf" srcId="{55F9CEE8-718E-904C-BE5A-982C11D5E308}" destId="{1A3B5374-5C11-EC4E-BE71-8B23466F3D8C}" srcOrd="0" destOrd="0" presId="urn:microsoft.com/office/officeart/2008/layout/LinedList"/>
    <dgm:cxn modelId="{37015541-4A5E-1C41-8146-1341D8E0BB86}" type="presParOf" srcId="{55F9CEE8-718E-904C-BE5A-982C11D5E308}" destId="{1F4EF878-443F-D04E-BD54-38EA2FC8A4E6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93CFF77-E547-40C7-8918-1475AAE87256}" type="doc">
      <dgm:prSet loTypeId="urn:microsoft.com/office/officeart/2016/7/layout/BasicLinearProcessNumbered" loCatId="process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29FB6122-229C-48A0-94CC-656002F01F1A}">
      <dgm:prSet/>
      <dgm:spPr/>
      <dgm:t>
        <a:bodyPr/>
        <a:lstStyle/>
        <a:p>
          <a:r>
            <a:rPr lang="ru-RU" b="1"/>
            <a:t>Разделение по функциям</a:t>
          </a:r>
          <a:r>
            <a:rPr lang="ru-RU"/>
            <a:t> — логику, интерфейс и данные хранить отдельно.</a:t>
          </a:r>
          <a:endParaRPr lang="en-US"/>
        </a:p>
      </dgm:t>
    </dgm:pt>
    <dgm:pt modelId="{44A61D2E-5270-4ED4-8C72-A9B9265C8014}" type="parTrans" cxnId="{3FD38EBF-A292-4C39-9631-1E57173FADA0}">
      <dgm:prSet/>
      <dgm:spPr/>
      <dgm:t>
        <a:bodyPr/>
        <a:lstStyle/>
        <a:p>
          <a:endParaRPr lang="en-US"/>
        </a:p>
      </dgm:t>
    </dgm:pt>
    <dgm:pt modelId="{0201C8D5-EC84-41FE-BB5A-10433823BA9A}" type="sibTrans" cxnId="{3FD38EBF-A292-4C39-9631-1E57173FADA0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072976F6-FB06-48EC-864E-E7A579204B36}">
      <dgm:prSet/>
      <dgm:spPr/>
      <dgm:t>
        <a:bodyPr/>
        <a:lstStyle/>
        <a:p>
          <a:r>
            <a:rPr lang="ru-RU" b="1"/>
            <a:t>Минимальная вложенность</a:t>
          </a:r>
          <a:r>
            <a:rPr lang="ru-RU"/>
            <a:t> — избегать слишком глубокой структуры.</a:t>
          </a:r>
          <a:endParaRPr lang="en-US"/>
        </a:p>
      </dgm:t>
    </dgm:pt>
    <dgm:pt modelId="{BDB0014F-4290-4265-8452-88C9CC5339F4}" type="parTrans" cxnId="{060CECA8-38F6-4E95-A9C2-6BCC072788CC}">
      <dgm:prSet/>
      <dgm:spPr/>
      <dgm:t>
        <a:bodyPr/>
        <a:lstStyle/>
        <a:p>
          <a:endParaRPr lang="en-US"/>
        </a:p>
      </dgm:t>
    </dgm:pt>
    <dgm:pt modelId="{FB99D205-A06A-48D7-B2B6-4BA1722AA6F9}" type="sibTrans" cxnId="{060CECA8-38F6-4E95-A9C2-6BCC072788CC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30752643-75B2-43B0-9104-5528BAA7EF52}">
      <dgm:prSet/>
      <dgm:spPr/>
      <dgm:t>
        <a:bodyPr/>
        <a:lstStyle/>
        <a:p>
          <a:r>
            <a:rPr lang="ru-RU" b="1"/>
            <a:t>Модульность</a:t>
          </a:r>
          <a:r>
            <a:rPr lang="ru-RU"/>
            <a:t> — каждая папка отвечает за определённый компонент или модуль.</a:t>
          </a:r>
          <a:endParaRPr lang="en-US"/>
        </a:p>
      </dgm:t>
    </dgm:pt>
    <dgm:pt modelId="{8F2B10B2-D629-4A50-AFBC-013055007102}" type="parTrans" cxnId="{8C39CB5B-F403-4DF3-9543-E738F8403C08}">
      <dgm:prSet/>
      <dgm:spPr/>
      <dgm:t>
        <a:bodyPr/>
        <a:lstStyle/>
        <a:p>
          <a:endParaRPr lang="en-US"/>
        </a:p>
      </dgm:t>
    </dgm:pt>
    <dgm:pt modelId="{34FA9D6D-4791-4717-B078-A9F708D97EEE}" type="sibTrans" cxnId="{8C39CB5B-F403-4DF3-9543-E738F8403C08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246629DE-740D-45E1-85D5-0249224692A0}">
      <dgm:prSet/>
      <dgm:spPr/>
      <dgm:t>
        <a:bodyPr/>
        <a:lstStyle/>
        <a:p>
          <a:r>
            <a:rPr lang="ru-RU" b="1"/>
            <a:t>Документация</a:t>
          </a:r>
          <a:r>
            <a:rPr lang="ru-RU"/>
            <a:t> — </a:t>
          </a:r>
          <a:r>
            <a:rPr lang="en-US"/>
            <a:t>README-</a:t>
          </a:r>
          <a:r>
            <a:rPr lang="ru-RU"/>
            <a:t>файл в корне каждой крупной директории</a:t>
          </a:r>
          <a:endParaRPr lang="en-US"/>
        </a:p>
      </dgm:t>
    </dgm:pt>
    <dgm:pt modelId="{7AEBB221-F0E9-48A6-96D1-63B6F7531F37}" type="parTrans" cxnId="{07E9C81F-F352-45DD-AEDA-0255ECDB5EED}">
      <dgm:prSet/>
      <dgm:spPr/>
      <dgm:t>
        <a:bodyPr/>
        <a:lstStyle/>
        <a:p>
          <a:endParaRPr lang="en-US"/>
        </a:p>
      </dgm:t>
    </dgm:pt>
    <dgm:pt modelId="{95956B1D-32B7-454F-AF65-92C98C298ABA}" type="sibTrans" cxnId="{07E9C81F-F352-45DD-AEDA-0255ECDB5EED}">
      <dgm:prSet phldrT="4" phldr="0"/>
      <dgm:spPr/>
      <dgm:t>
        <a:bodyPr/>
        <a:lstStyle/>
        <a:p>
          <a:r>
            <a:rPr lang="en-US"/>
            <a:t>4</a:t>
          </a:r>
        </a:p>
      </dgm:t>
    </dgm:pt>
    <dgm:pt modelId="{B2112D1C-39F8-0D4B-8F1A-4DBE60F8DEB7}" type="pres">
      <dgm:prSet presAssocID="{493CFF77-E547-40C7-8918-1475AAE87256}" presName="Name0" presStyleCnt="0">
        <dgm:presLayoutVars>
          <dgm:animLvl val="lvl"/>
          <dgm:resizeHandles val="exact"/>
        </dgm:presLayoutVars>
      </dgm:prSet>
      <dgm:spPr/>
    </dgm:pt>
    <dgm:pt modelId="{846F6396-6FDE-9444-A9E2-D682CC51F9FE}" type="pres">
      <dgm:prSet presAssocID="{29FB6122-229C-48A0-94CC-656002F01F1A}" presName="compositeNode" presStyleCnt="0">
        <dgm:presLayoutVars>
          <dgm:bulletEnabled val="1"/>
        </dgm:presLayoutVars>
      </dgm:prSet>
      <dgm:spPr/>
    </dgm:pt>
    <dgm:pt modelId="{0F29E6E4-40AD-2C43-B5C0-EE1102EE178F}" type="pres">
      <dgm:prSet presAssocID="{29FB6122-229C-48A0-94CC-656002F01F1A}" presName="bgRect" presStyleLbl="bgAccFollowNode1" presStyleIdx="0" presStyleCnt="4"/>
      <dgm:spPr/>
    </dgm:pt>
    <dgm:pt modelId="{2EA61404-8289-F743-89DA-714609D0CE43}" type="pres">
      <dgm:prSet presAssocID="{0201C8D5-EC84-41FE-BB5A-10433823BA9A}" presName="sibTransNodeCircle" presStyleLbl="alignNode1" presStyleIdx="0" presStyleCnt="8">
        <dgm:presLayoutVars>
          <dgm:chMax val="0"/>
          <dgm:bulletEnabled/>
        </dgm:presLayoutVars>
      </dgm:prSet>
      <dgm:spPr/>
    </dgm:pt>
    <dgm:pt modelId="{3A516172-D513-F546-A762-822BDECC83F7}" type="pres">
      <dgm:prSet presAssocID="{29FB6122-229C-48A0-94CC-656002F01F1A}" presName="bottomLine" presStyleLbl="alignNode1" presStyleIdx="1" presStyleCnt="8">
        <dgm:presLayoutVars/>
      </dgm:prSet>
      <dgm:spPr/>
    </dgm:pt>
    <dgm:pt modelId="{DD116F6C-30C5-2E4D-AE4E-9C6E729871E9}" type="pres">
      <dgm:prSet presAssocID="{29FB6122-229C-48A0-94CC-656002F01F1A}" presName="nodeText" presStyleLbl="bgAccFollowNode1" presStyleIdx="0" presStyleCnt="4">
        <dgm:presLayoutVars>
          <dgm:bulletEnabled val="1"/>
        </dgm:presLayoutVars>
      </dgm:prSet>
      <dgm:spPr/>
    </dgm:pt>
    <dgm:pt modelId="{31B53ECC-2C73-764C-A834-E67210E98728}" type="pres">
      <dgm:prSet presAssocID="{0201C8D5-EC84-41FE-BB5A-10433823BA9A}" presName="sibTrans" presStyleCnt="0"/>
      <dgm:spPr/>
    </dgm:pt>
    <dgm:pt modelId="{025A7CEE-492E-8A4A-9F03-A77E04FF8EA1}" type="pres">
      <dgm:prSet presAssocID="{072976F6-FB06-48EC-864E-E7A579204B36}" presName="compositeNode" presStyleCnt="0">
        <dgm:presLayoutVars>
          <dgm:bulletEnabled val="1"/>
        </dgm:presLayoutVars>
      </dgm:prSet>
      <dgm:spPr/>
    </dgm:pt>
    <dgm:pt modelId="{59EFB597-D14B-3242-A9C2-219D184B8207}" type="pres">
      <dgm:prSet presAssocID="{072976F6-FB06-48EC-864E-E7A579204B36}" presName="bgRect" presStyleLbl="bgAccFollowNode1" presStyleIdx="1" presStyleCnt="4"/>
      <dgm:spPr/>
    </dgm:pt>
    <dgm:pt modelId="{EC187D10-E2BD-764F-BB4E-B8CF000FDB19}" type="pres">
      <dgm:prSet presAssocID="{FB99D205-A06A-48D7-B2B6-4BA1722AA6F9}" presName="sibTransNodeCircle" presStyleLbl="alignNode1" presStyleIdx="2" presStyleCnt="8">
        <dgm:presLayoutVars>
          <dgm:chMax val="0"/>
          <dgm:bulletEnabled/>
        </dgm:presLayoutVars>
      </dgm:prSet>
      <dgm:spPr/>
    </dgm:pt>
    <dgm:pt modelId="{3A205B5A-2D36-D747-9339-33EF004A0F61}" type="pres">
      <dgm:prSet presAssocID="{072976F6-FB06-48EC-864E-E7A579204B36}" presName="bottomLine" presStyleLbl="alignNode1" presStyleIdx="3" presStyleCnt="8">
        <dgm:presLayoutVars/>
      </dgm:prSet>
      <dgm:spPr/>
    </dgm:pt>
    <dgm:pt modelId="{BC5F86F7-65A6-054A-9794-DEC61A6BF231}" type="pres">
      <dgm:prSet presAssocID="{072976F6-FB06-48EC-864E-E7A579204B36}" presName="nodeText" presStyleLbl="bgAccFollowNode1" presStyleIdx="1" presStyleCnt="4">
        <dgm:presLayoutVars>
          <dgm:bulletEnabled val="1"/>
        </dgm:presLayoutVars>
      </dgm:prSet>
      <dgm:spPr/>
    </dgm:pt>
    <dgm:pt modelId="{438F1BB1-9A69-6B4F-AFCD-B71EA638B94F}" type="pres">
      <dgm:prSet presAssocID="{FB99D205-A06A-48D7-B2B6-4BA1722AA6F9}" presName="sibTrans" presStyleCnt="0"/>
      <dgm:spPr/>
    </dgm:pt>
    <dgm:pt modelId="{09757004-5D23-8D4D-AC5E-A1E3038E9EBB}" type="pres">
      <dgm:prSet presAssocID="{30752643-75B2-43B0-9104-5528BAA7EF52}" presName="compositeNode" presStyleCnt="0">
        <dgm:presLayoutVars>
          <dgm:bulletEnabled val="1"/>
        </dgm:presLayoutVars>
      </dgm:prSet>
      <dgm:spPr/>
    </dgm:pt>
    <dgm:pt modelId="{AFB30C86-8780-C143-A944-7BC725F08810}" type="pres">
      <dgm:prSet presAssocID="{30752643-75B2-43B0-9104-5528BAA7EF52}" presName="bgRect" presStyleLbl="bgAccFollowNode1" presStyleIdx="2" presStyleCnt="4"/>
      <dgm:spPr/>
    </dgm:pt>
    <dgm:pt modelId="{352EE66E-AF63-C74A-8D32-2712E5DA827D}" type="pres">
      <dgm:prSet presAssocID="{34FA9D6D-4791-4717-B078-A9F708D97EEE}" presName="sibTransNodeCircle" presStyleLbl="alignNode1" presStyleIdx="4" presStyleCnt="8">
        <dgm:presLayoutVars>
          <dgm:chMax val="0"/>
          <dgm:bulletEnabled/>
        </dgm:presLayoutVars>
      </dgm:prSet>
      <dgm:spPr/>
    </dgm:pt>
    <dgm:pt modelId="{71A55FD2-488A-D744-840E-C7EFCF23309C}" type="pres">
      <dgm:prSet presAssocID="{30752643-75B2-43B0-9104-5528BAA7EF52}" presName="bottomLine" presStyleLbl="alignNode1" presStyleIdx="5" presStyleCnt="8">
        <dgm:presLayoutVars/>
      </dgm:prSet>
      <dgm:spPr/>
    </dgm:pt>
    <dgm:pt modelId="{81575767-D766-4D41-A210-86B8C9B90752}" type="pres">
      <dgm:prSet presAssocID="{30752643-75B2-43B0-9104-5528BAA7EF52}" presName="nodeText" presStyleLbl="bgAccFollowNode1" presStyleIdx="2" presStyleCnt="4">
        <dgm:presLayoutVars>
          <dgm:bulletEnabled val="1"/>
        </dgm:presLayoutVars>
      </dgm:prSet>
      <dgm:spPr/>
    </dgm:pt>
    <dgm:pt modelId="{2BAC7C1F-96AB-4742-8A2D-37D5B559406D}" type="pres">
      <dgm:prSet presAssocID="{34FA9D6D-4791-4717-B078-A9F708D97EEE}" presName="sibTrans" presStyleCnt="0"/>
      <dgm:spPr/>
    </dgm:pt>
    <dgm:pt modelId="{52BC11F7-AE72-2749-818C-EDFD07F113F6}" type="pres">
      <dgm:prSet presAssocID="{246629DE-740D-45E1-85D5-0249224692A0}" presName="compositeNode" presStyleCnt="0">
        <dgm:presLayoutVars>
          <dgm:bulletEnabled val="1"/>
        </dgm:presLayoutVars>
      </dgm:prSet>
      <dgm:spPr/>
    </dgm:pt>
    <dgm:pt modelId="{2131B14C-3F86-F444-B5C1-E403435EE85E}" type="pres">
      <dgm:prSet presAssocID="{246629DE-740D-45E1-85D5-0249224692A0}" presName="bgRect" presStyleLbl="bgAccFollowNode1" presStyleIdx="3" presStyleCnt="4"/>
      <dgm:spPr/>
    </dgm:pt>
    <dgm:pt modelId="{6C702A75-7CDF-E543-8A4A-7ADDF8FFEC13}" type="pres">
      <dgm:prSet presAssocID="{95956B1D-32B7-454F-AF65-92C98C298ABA}" presName="sibTransNodeCircle" presStyleLbl="alignNode1" presStyleIdx="6" presStyleCnt="8">
        <dgm:presLayoutVars>
          <dgm:chMax val="0"/>
          <dgm:bulletEnabled/>
        </dgm:presLayoutVars>
      </dgm:prSet>
      <dgm:spPr/>
    </dgm:pt>
    <dgm:pt modelId="{BCA3A233-58BD-A849-B2D4-CDC090F224F4}" type="pres">
      <dgm:prSet presAssocID="{246629DE-740D-45E1-85D5-0249224692A0}" presName="bottomLine" presStyleLbl="alignNode1" presStyleIdx="7" presStyleCnt="8">
        <dgm:presLayoutVars/>
      </dgm:prSet>
      <dgm:spPr/>
    </dgm:pt>
    <dgm:pt modelId="{61FBDBF8-BE1C-5F45-B0AB-63770837427F}" type="pres">
      <dgm:prSet presAssocID="{246629DE-740D-45E1-85D5-0249224692A0}" presName="nodeText" presStyleLbl="bgAccFollowNode1" presStyleIdx="3" presStyleCnt="4">
        <dgm:presLayoutVars>
          <dgm:bulletEnabled val="1"/>
        </dgm:presLayoutVars>
      </dgm:prSet>
      <dgm:spPr/>
    </dgm:pt>
  </dgm:ptLst>
  <dgm:cxnLst>
    <dgm:cxn modelId="{07E9C81F-F352-45DD-AEDA-0255ECDB5EED}" srcId="{493CFF77-E547-40C7-8918-1475AAE87256}" destId="{246629DE-740D-45E1-85D5-0249224692A0}" srcOrd="3" destOrd="0" parTransId="{7AEBB221-F0E9-48A6-96D1-63B6F7531F37}" sibTransId="{95956B1D-32B7-454F-AF65-92C98C298ABA}"/>
    <dgm:cxn modelId="{D48CF522-76B2-8041-9672-4D2DCA166825}" type="presOf" srcId="{246629DE-740D-45E1-85D5-0249224692A0}" destId="{61FBDBF8-BE1C-5F45-B0AB-63770837427F}" srcOrd="1" destOrd="0" presId="urn:microsoft.com/office/officeart/2016/7/layout/BasicLinearProcessNumbered"/>
    <dgm:cxn modelId="{B5140231-69F7-C04F-AA05-2F8F6EEBCA36}" type="presOf" srcId="{493CFF77-E547-40C7-8918-1475AAE87256}" destId="{B2112D1C-39F8-0D4B-8F1A-4DBE60F8DEB7}" srcOrd="0" destOrd="0" presId="urn:microsoft.com/office/officeart/2016/7/layout/BasicLinearProcessNumbered"/>
    <dgm:cxn modelId="{FC34E049-446B-5048-88DD-9DD804A5B530}" type="presOf" srcId="{246629DE-740D-45E1-85D5-0249224692A0}" destId="{2131B14C-3F86-F444-B5C1-E403435EE85E}" srcOrd="0" destOrd="0" presId="urn:microsoft.com/office/officeart/2016/7/layout/BasicLinearProcessNumbered"/>
    <dgm:cxn modelId="{8C39CB5B-F403-4DF3-9543-E738F8403C08}" srcId="{493CFF77-E547-40C7-8918-1475AAE87256}" destId="{30752643-75B2-43B0-9104-5528BAA7EF52}" srcOrd="2" destOrd="0" parTransId="{8F2B10B2-D629-4A50-AFBC-013055007102}" sibTransId="{34FA9D6D-4791-4717-B078-A9F708D97EEE}"/>
    <dgm:cxn modelId="{92967B87-9C91-8944-8594-573E0C0C3285}" type="presOf" srcId="{29FB6122-229C-48A0-94CC-656002F01F1A}" destId="{0F29E6E4-40AD-2C43-B5C0-EE1102EE178F}" srcOrd="0" destOrd="0" presId="urn:microsoft.com/office/officeart/2016/7/layout/BasicLinearProcessNumbered"/>
    <dgm:cxn modelId="{3DC77197-1F3B-F543-ADFD-ADD4CDB53C85}" type="presOf" srcId="{FB99D205-A06A-48D7-B2B6-4BA1722AA6F9}" destId="{EC187D10-E2BD-764F-BB4E-B8CF000FDB19}" srcOrd="0" destOrd="0" presId="urn:microsoft.com/office/officeart/2016/7/layout/BasicLinearProcessNumbered"/>
    <dgm:cxn modelId="{1DD8179B-B24F-5D40-8D6F-C9058EFA82B7}" type="presOf" srcId="{0201C8D5-EC84-41FE-BB5A-10433823BA9A}" destId="{2EA61404-8289-F743-89DA-714609D0CE43}" srcOrd="0" destOrd="0" presId="urn:microsoft.com/office/officeart/2016/7/layout/BasicLinearProcessNumbered"/>
    <dgm:cxn modelId="{060CECA8-38F6-4E95-A9C2-6BCC072788CC}" srcId="{493CFF77-E547-40C7-8918-1475AAE87256}" destId="{072976F6-FB06-48EC-864E-E7A579204B36}" srcOrd="1" destOrd="0" parTransId="{BDB0014F-4290-4265-8452-88C9CC5339F4}" sibTransId="{FB99D205-A06A-48D7-B2B6-4BA1722AA6F9}"/>
    <dgm:cxn modelId="{125D01AE-F340-644C-8FB4-0EFE2F785AC6}" type="presOf" srcId="{29FB6122-229C-48A0-94CC-656002F01F1A}" destId="{DD116F6C-30C5-2E4D-AE4E-9C6E729871E9}" srcOrd="1" destOrd="0" presId="urn:microsoft.com/office/officeart/2016/7/layout/BasicLinearProcessNumbered"/>
    <dgm:cxn modelId="{14E72DB2-03E5-9A46-8A59-1247924FC972}" type="presOf" srcId="{30752643-75B2-43B0-9104-5528BAA7EF52}" destId="{AFB30C86-8780-C143-A944-7BC725F08810}" srcOrd="0" destOrd="0" presId="urn:microsoft.com/office/officeart/2016/7/layout/BasicLinearProcessNumbered"/>
    <dgm:cxn modelId="{3FD38EBF-A292-4C39-9631-1E57173FADA0}" srcId="{493CFF77-E547-40C7-8918-1475AAE87256}" destId="{29FB6122-229C-48A0-94CC-656002F01F1A}" srcOrd="0" destOrd="0" parTransId="{44A61D2E-5270-4ED4-8C72-A9B9265C8014}" sibTransId="{0201C8D5-EC84-41FE-BB5A-10433823BA9A}"/>
    <dgm:cxn modelId="{A0C341D6-31EF-444A-AF31-88D6B65B5573}" type="presOf" srcId="{072976F6-FB06-48EC-864E-E7A579204B36}" destId="{BC5F86F7-65A6-054A-9794-DEC61A6BF231}" srcOrd="1" destOrd="0" presId="urn:microsoft.com/office/officeart/2016/7/layout/BasicLinearProcessNumbered"/>
    <dgm:cxn modelId="{0B08A4D7-1858-8244-9FA9-EB9BD09798C9}" type="presOf" srcId="{30752643-75B2-43B0-9104-5528BAA7EF52}" destId="{81575767-D766-4D41-A210-86B8C9B90752}" srcOrd="1" destOrd="0" presId="urn:microsoft.com/office/officeart/2016/7/layout/BasicLinearProcessNumbered"/>
    <dgm:cxn modelId="{64FBC9EC-771F-9D4A-B07E-29D43E3C6EBC}" type="presOf" srcId="{072976F6-FB06-48EC-864E-E7A579204B36}" destId="{59EFB597-D14B-3242-A9C2-219D184B8207}" srcOrd="0" destOrd="0" presId="urn:microsoft.com/office/officeart/2016/7/layout/BasicLinearProcessNumbered"/>
    <dgm:cxn modelId="{5568A1F0-3F86-6745-A474-4180317C2FB1}" type="presOf" srcId="{34FA9D6D-4791-4717-B078-A9F708D97EEE}" destId="{352EE66E-AF63-C74A-8D32-2712E5DA827D}" srcOrd="0" destOrd="0" presId="urn:microsoft.com/office/officeart/2016/7/layout/BasicLinearProcessNumbered"/>
    <dgm:cxn modelId="{7A1B2FF7-D2A8-F645-8891-25DCA3F0EDC7}" type="presOf" srcId="{95956B1D-32B7-454F-AF65-92C98C298ABA}" destId="{6C702A75-7CDF-E543-8A4A-7ADDF8FFEC13}" srcOrd="0" destOrd="0" presId="urn:microsoft.com/office/officeart/2016/7/layout/BasicLinearProcessNumbered"/>
    <dgm:cxn modelId="{16D1DBDA-C141-AA45-998A-107EBEB4BB08}" type="presParOf" srcId="{B2112D1C-39F8-0D4B-8F1A-4DBE60F8DEB7}" destId="{846F6396-6FDE-9444-A9E2-D682CC51F9FE}" srcOrd="0" destOrd="0" presId="urn:microsoft.com/office/officeart/2016/7/layout/BasicLinearProcessNumbered"/>
    <dgm:cxn modelId="{801074F6-4B42-3B48-B1DB-46E49D8ED2CA}" type="presParOf" srcId="{846F6396-6FDE-9444-A9E2-D682CC51F9FE}" destId="{0F29E6E4-40AD-2C43-B5C0-EE1102EE178F}" srcOrd="0" destOrd="0" presId="urn:microsoft.com/office/officeart/2016/7/layout/BasicLinearProcessNumbered"/>
    <dgm:cxn modelId="{150FA44E-1B31-1A4C-8AE9-BDA300F6259F}" type="presParOf" srcId="{846F6396-6FDE-9444-A9E2-D682CC51F9FE}" destId="{2EA61404-8289-F743-89DA-714609D0CE43}" srcOrd="1" destOrd="0" presId="urn:microsoft.com/office/officeart/2016/7/layout/BasicLinearProcessNumbered"/>
    <dgm:cxn modelId="{C55A60EB-BB44-BA43-8CB7-82D9DBF8A0C0}" type="presParOf" srcId="{846F6396-6FDE-9444-A9E2-D682CC51F9FE}" destId="{3A516172-D513-F546-A762-822BDECC83F7}" srcOrd="2" destOrd="0" presId="urn:microsoft.com/office/officeart/2016/7/layout/BasicLinearProcessNumbered"/>
    <dgm:cxn modelId="{9F052C58-861A-CB48-85DC-58FF1380E667}" type="presParOf" srcId="{846F6396-6FDE-9444-A9E2-D682CC51F9FE}" destId="{DD116F6C-30C5-2E4D-AE4E-9C6E729871E9}" srcOrd="3" destOrd="0" presId="urn:microsoft.com/office/officeart/2016/7/layout/BasicLinearProcessNumbered"/>
    <dgm:cxn modelId="{82E1322A-1D19-1840-BCA9-A42CE1AE12D7}" type="presParOf" srcId="{B2112D1C-39F8-0D4B-8F1A-4DBE60F8DEB7}" destId="{31B53ECC-2C73-764C-A834-E67210E98728}" srcOrd="1" destOrd="0" presId="urn:microsoft.com/office/officeart/2016/7/layout/BasicLinearProcessNumbered"/>
    <dgm:cxn modelId="{A891FACA-A680-DA4D-822A-265D4A59E853}" type="presParOf" srcId="{B2112D1C-39F8-0D4B-8F1A-4DBE60F8DEB7}" destId="{025A7CEE-492E-8A4A-9F03-A77E04FF8EA1}" srcOrd="2" destOrd="0" presId="urn:microsoft.com/office/officeart/2016/7/layout/BasicLinearProcessNumbered"/>
    <dgm:cxn modelId="{F824B9CC-4916-C949-B552-BF371BE6D409}" type="presParOf" srcId="{025A7CEE-492E-8A4A-9F03-A77E04FF8EA1}" destId="{59EFB597-D14B-3242-A9C2-219D184B8207}" srcOrd="0" destOrd="0" presId="urn:microsoft.com/office/officeart/2016/7/layout/BasicLinearProcessNumbered"/>
    <dgm:cxn modelId="{F8060B0B-FB74-8640-AAC5-461A73E68B0D}" type="presParOf" srcId="{025A7CEE-492E-8A4A-9F03-A77E04FF8EA1}" destId="{EC187D10-E2BD-764F-BB4E-B8CF000FDB19}" srcOrd="1" destOrd="0" presId="urn:microsoft.com/office/officeart/2016/7/layout/BasicLinearProcessNumbered"/>
    <dgm:cxn modelId="{D8328C67-2552-5C49-BAE7-DC49A48B31AE}" type="presParOf" srcId="{025A7CEE-492E-8A4A-9F03-A77E04FF8EA1}" destId="{3A205B5A-2D36-D747-9339-33EF004A0F61}" srcOrd="2" destOrd="0" presId="urn:microsoft.com/office/officeart/2016/7/layout/BasicLinearProcessNumbered"/>
    <dgm:cxn modelId="{6DD7BEE1-1DD8-6948-B4B2-D70CCAB659CC}" type="presParOf" srcId="{025A7CEE-492E-8A4A-9F03-A77E04FF8EA1}" destId="{BC5F86F7-65A6-054A-9794-DEC61A6BF231}" srcOrd="3" destOrd="0" presId="urn:microsoft.com/office/officeart/2016/7/layout/BasicLinearProcessNumbered"/>
    <dgm:cxn modelId="{91E8D872-1778-5245-AF93-7D34E5E2C580}" type="presParOf" srcId="{B2112D1C-39F8-0D4B-8F1A-4DBE60F8DEB7}" destId="{438F1BB1-9A69-6B4F-AFCD-B71EA638B94F}" srcOrd="3" destOrd="0" presId="urn:microsoft.com/office/officeart/2016/7/layout/BasicLinearProcessNumbered"/>
    <dgm:cxn modelId="{1F25AD77-2DB2-5E42-B05E-D740B4591654}" type="presParOf" srcId="{B2112D1C-39F8-0D4B-8F1A-4DBE60F8DEB7}" destId="{09757004-5D23-8D4D-AC5E-A1E3038E9EBB}" srcOrd="4" destOrd="0" presId="urn:microsoft.com/office/officeart/2016/7/layout/BasicLinearProcessNumbered"/>
    <dgm:cxn modelId="{185200B4-CDDE-7348-867E-BA29BF565D15}" type="presParOf" srcId="{09757004-5D23-8D4D-AC5E-A1E3038E9EBB}" destId="{AFB30C86-8780-C143-A944-7BC725F08810}" srcOrd="0" destOrd="0" presId="urn:microsoft.com/office/officeart/2016/7/layout/BasicLinearProcessNumbered"/>
    <dgm:cxn modelId="{9F5FB471-1925-B54A-A077-200AAB68C6E7}" type="presParOf" srcId="{09757004-5D23-8D4D-AC5E-A1E3038E9EBB}" destId="{352EE66E-AF63-C74A-8D32-2712E5DA827D}" srcOrd="1" destOrd="0" presId="urn:microsoft.com/office/officeart/2016/7/layout/BasicLinearProcessNumbered"/>
    <dgm:cxn modelId="{8056C52D-6762-4942-932E-C6245444C88E}" type="presParOf" srcId="{09757004-5D23-8D4D-AC5E-A1E3038E9EBB}" destId="{71A55FD2-488A-D744-840E-C7EFCF23309C}" srcOrd="2" destOrd="0" presId="urn:microsoft.com/office/officeart/2016/7/layout/BasicLinearProcessNumbered"/>
    <dgm:cxn modelId="{B7CBE1D8-1543-3040-83F8-5592B7FB94C0}" type="presParOf" srcId="{09757004-5D23-8D4D-AC5E-A1E3038E9EBB}" destId="{81575767-D766-4D41-A210-86B8C9B90752}" srcOrd="3" destOrd="0" presId="urn:microsoft.com/office/officeart/2016/7/layout/BasicLinearProcessNumbered"/>
    <dgm:cxn modelId="{400F9321-8763-474C-950F-7ED23CABE743}" type="presParOf" srcId="{B2112D1C-39F8-0D4B-8F1A-4DBE60F8DEB7}" destId="{2BAC7C1F-96AB-4742-8A2D-37D5B559406D}" srcOrd="5" destOrd="0" presId="urn:microsoft.com/office/officeart/2016/7/layout/BasicLinearProcessNumbered"/>
    <dgm:cxn modelId="{14C168F8-503B-1141-8034-C13A57FFA27B}" type="presParOf" srcId="{B2112D1C-39F8-0D4B-8F1A-4DBE60F8DEB7}" destId="{52BC11F7-AE72-2749-818C-EDFD07F113F6}" srcOrd="6" destOrd="0" presId="urn:microsoft.com/office/officeart/2016/7/layout/BasicLinearProcessNumbered"/>
    <dgm:cxn modelId="{517E4E9B-11E4-E945-8949-542A2EAAFEEF}" type="presParOf" srcId="{52BC11F7-AE72-2749-818C-EDFD07F113F6}" destId="{2131B14C-3F86-F444-B5C1-E403435EE85E}" srcOrd="0" destOrd="0" presId="urn:microsoft.com/office/officeart/2016/7/layout/BasicLinearProcessNumbered"/>
    <dgm:cxn modelId="{ED6C4BF4-17A6-924C-8C75-EF2F217242BE}" type="presParOf" srcId="{52BC11F7-AE72-2749-818C-EDFD07F113F6}" destId="{6C702A75-7CDF-E543-8A4A-7ADDF8FFEC13}" srcOrd="1" destOrd="0" presId="urn:microsoft.com/office/officeart/2016/7/layout/BasicLinearProcessNumbered"/>
    <dgm:cxn modelId="{3F339995-49B5-CC40-9B54-362658556309}" type="presParOf" srcId="{52BC11F7-AE72-2749-818C-EDFD07F113F6}" destId="{BCA3A233-58BD-A849-B2D4-CDC090F224F4}" srcOrd="2" destOrd="0" presId="urn:microsoft.com/office/officeart/2016/7/layout/BasicLinearProcessNumbered"/>
    <dgm:cxn modelId="{31921BF7-7ABB-8E4E-9DE1-E36B399EDA04}" type="presParOf" srcId="{52BC11F7-AE72-2749-818C-EDFD07F113F6}" destId="{61FBDBF8-BE1C-5F45-B0AB-63770837427F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3E5F100-EC99-4162-9694-DA29835F92A7}" type="doc">
      <dgm:prSet loTypeId="urn:microsoft.com/office/officeart/2005/8/layout/hierarchy1" loCatId="hierarchy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20DBCE38-F8B6-44F9-92BB-74EB1F813F6D}">
      <dgm:prSet/>
      <dgm:spPr/>
      <dgm:t>
        <a:bodyPr/>
        <a:lstStyle/>
        <a:p>
          <a:r>
            <a:rPr lang="ru-KZ"/>
            <a:t>По предмету шаблонное проектирование задания называются модулями</a:t>
          </a:r>
          <a:r>
            <a:rPr lang="en-US"/>
            <a:t>, </a:t>
          </a:r>
          <a:r>
            <a:rPr lang="ru-RU"/>
            <a:t>а в каждом модуле есть – </a:t>
          </a:r>
          <a:r>
            <a:rPr lang="en-US"/>
            <a:t>“</a:t>
          </a:r>
          <a:r>
            <a:rPr lang="ru-RU"/>
            <a:t>домашняя работа</a:t>
          </a:r>
          <a:r>
            <a:rPr lang="en-US"/>
            <a:t>”, “</a:t>
          </a:r>
          <a:r>
            <a:rPr lang="ru-RU"/>
            <a:t>практическая работа</a:t>
          </a:r>
          <a:r>
            <a:rPr lang="en-US"/>
            <a:t>”, “</a:t>
          </a:r>
          <a:r>
            <a:rPr lang="ru-RU"/>
            <a:t>лабораторная работа</a:t>
          </a:r>
          <a:r>
            <a:rPr lang="en-US"/>
            <a:t>” </a:t>
          </a:r>
          <a:r>
            <a:rPr lang="ru-RU"/>
            <a:t>берем эту за основу и начинаем додумывать как же мы можем создать архитектуру</a:t>
          </a:r>
          <a:r>
            <a:rPr lang="en-US"/>
            <a:t>. </a:t>
          </a:r>
          <a:br>
            <a:rPr lang="ru-RU"/>
          </a:br>
          <a:r>
            <a:rPr lang="ru-RU"/>
            <a:t>Чтобы не потеряться, всё, что относится к одному модулю, должно лежать в одной папке.</a:t>
          </a:r>
          <a:endParaRPr lang="en-US"/>
        </a:p>
      </dgm:t>
    </dgm:pt>
    <dgm:pt modelId="{EFE8B5D7-3AFA-4EFB-AAA1-591591B3B033}" type="parTrans" cxnId="{108EE588-5333-4343-AF3C-27E4223160E3}">
      <dgm:prSet/>
      <dgm:spPr/>
      <dgm:t>
        <a:bodyPr/>
        <a:lstStyle/>
        <a:p>
          <a:endParaRPr lang="en-US"/>
        </a:p>
      </dgm:t>
    </dgm:pt>
    <dgm:pt modelId="{2D5D180B-7394-45E3-B0AF-B99DE31E4E12}" type="sibTrans" cxnId="{108EE588-5333-4343-AF3C-27E4223160E3}">
      <dgm:prSet/>
      <dgm:spPr/>
      <dgm:t>
        <a:bodyPr/>
        <a:lstStyle/>
        <a:p>
          <a:endParaRPr lang="en-US"/>
        </a:p>
      </dgm:t>
    </dgm:pt>
    <dgm:pt modelId="{C653C4E5-B864-4905-A2B5-17152E3B1B78}">
      <dgm:prSet/>
      <dgm:spPr/>
      <dgm:t>
        <a:bodyPr/>
        <a:lstStyle/>
        <a:p>
          <a:r>
            <a:rPr lang="ru-RU"/>
            <a:t>Первый из вариантов это создавать папку и называть ее </a:t>
          </a:r>
          <a:r>
            <a:rPr lang="en-US"/>
            <a:t>– module_01. </a:t>
          </a:r>
          <a:r>
            <a:rPr lang="ru-RU"/>
            <a:t>Внутри </a:t>
          </a:r>
          <a:r>
            <a:rPr lang="en-US"/>
            <a:t>module_01 </a:t>
          </a:r>
          <a:r>
            <a:rPr lang="ru-RU"/>
            <a:t>создаются три папки:</a:t>
          </a:r>
          <a:r>
            <a:rPr lang="en-US"/>
            <a:t> module_01/homework/practice/lab/</a:t>
          </a:r>
          <a:br>
            <a:rPr lang="en-US"/>
          </a:br>
          <a:r>
            <a:rPr lang="ru-RU"/>
            <a:t>Внутри каждой папки создаём файл с исходным кодом</a:t>
          </a:r>
          <a:r>
            <a:rPr lang="en-US"/>
            <a:t> </a:t>
          </a:r>
        </a:p>
      </dgm:t>
    </dgm:pt>
    <dgm:pt modelId="{A0252F17-80EF-4E13-AF6C-AAC68B2F0560}" type="parTrans" cxnId="{01D1C872-8E53-4658-9A10-A189F2007C94}">
      <dgm:prSet/>
      <dgm:spPr/>
      <dgm:t>
        <a:bodyPr/>
        <a:lstStyle/>
        <a:p>
          <a:endParaRPr lang="en-US"/>
        </a:p>
      </dgm:t>
    </dgm:pt>
    <dgm:pt modelId="{054BBCEF-CBF4-468A-977A-5BD08D11C12E}" type="sibTrans" cxnId="{01D1C872-8E53-4658-9A10-A189F2007C94}">
      <dgm:prSet/>
      <dgm:spPr/>
      <dgm:t>
        <a:bodyPr/>
        <a:lstStyle/>
        <a:p>
          <a:endParaRPr lang="en-US"/>
        </a:p>
      </dgm:t>
    </dgm:pt>
    <dgm:pt modelId="{51D362CF-CAAD-1440-A37E-B6450EFCB4F2}" type="pres">
      <dgm:prSet presAssocID="{73E5F100-EC99-4162-9694-DA29835F92A7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53477612-E8B8-F549-80B5-A9642AD78764}" type="pres">
      <dgm:prSet presAssocID="{20DBCE38-F8B6-44F9-92BB-74EB1F813F6D}" presName="hierRoot1" presStyleCnt="0"/>
      <dgm:spPr/>
    </dgm:pt>
    <dgm:pt modelId="{5D28C773-A4C5-7C42-B6F7-E2D3F400EF83}" type="pres">
      <dgm:prSet presAssocID="{20DBCE38-F8B6-44F9-92BB-74EB1F813F6D}" presName="composite" presStyleCnt="0"/>
      <dgm:spPr/>
    </dgm:pt>
    <dgm:pt modelId="{C124F4FD-18C1-F74E-BA08-E1F17331B5BB}" type="pres">
      <dgm:prSet presAssocID="{20DBCE38-F8B6-44F9-92BB-74EB1F813F6D}" presName="background" presStyleLbl="node0" presStyleIdx="0" presStyleCnt="2"/>
      <dgm:spPr/>
    </dgm:pt>
    <dgm:pt modelId="{259C39C6-EC8C-0245-A90F-56198AE44124}" type="pres">
      <dgm:prSet presAssocID="{20DBCE38-F8B6-44F9-92BB-74EB1F813F6D}" presName="text" presStyleLbl="fgAcc0" presStyleIdx="0" presStyleCnt="2">
        <dgm:presLayoutVars>
          <dgm:chPref val="3"/>
        </dgm:presLayoutVars>
      </dgm:prSet>
      <dgm:spPr/>
    </dgm:pt>
    <dgm:pt modelId="{1BD25981-70B3-C642-BB88-785A1E7C284C}" type="pres">
      <dgm:prSet presAssocID="{20DBCE38-F8B6-44F9-92BB-74EB1F813F6D}" presName="hierChild2" presStyleCnt="0"/>
      <dgm:spPr/>
    </dgm:pt>
    <dgm:pt modelId="{149DD5AD-769D-E54A-985E-C9125E93D34B}" type="pres">
      <dgm:prSet presAssocID="{C653C4E5-B864-4905-A2B5-17152E3B1B78}" presName="hierRoot1" presStyleCnt="0"/>
      <dgm:spPr/>
    </dgm:pt>
    <dgm:pt modelId="{AC660CA2-F92D-014A-AF12-C19F853E751D}" type="pres">
      <dgm:prSet presAssocID="{C653C4E5-B864-4905-A2B5-17152E3B1B78}" presName="composite" presStyleCnt="0"/>
      <dgm:spPr/>
    </dgm:pt>
    <dgm:pt modelId="{8942E6AD-CC59-AA41-85BC-B7FF01628D27}" type="pres">
      <dgm:prSet presAssocID="{C653C4E5-B864-4905-A2B5-17152E3B1B78}" presName="background" presStyleLbl="node0" presStyleIdx="1" presStyleCnt="2"/>
      <dgm:spPr/>
    </dgm:pt>
    <dgm:pt modelId="{E1A24D4B-2A9F-3241-84F1-87F3EC91B3FD}" type="pres">
      <dgm:prSet presAssocID="{C653C4E5-B864-4905-A2B5-17152E3B1B78}" presName="text" presStyleLbl="fgAcc0" presStyleIdx="1" presStyleCnt="2">
        <dgm:presLayoutVars>
          <dgm:chPref val="3"/>
        </dgm:presLayoutVars>
      </dgm:prSet>
      <dgm:spPr/>
    </dgm:pt>
    <dgm:pt modelId="{6EBE588F-BDCB-3E43-93E6-F0A0E066F52E}" type="pres">
      <dgm:prSet presAssocID="{C653C4E5-B864-4905-A2B5-17152E3B1B78}" presName="hierChild2" presStyleCnt="0"/>
      <dgm:spPr/>
    </dgm:pt>
  </dgm:ptLst>
  <dgm:cxnLst>
    <dgm:cxn modelId="{98EF195E-FC46-7F41-8A28-451DA9DE60A0}" type="presOf" srcId="{C653C4E5-B864-4905-A2B5-17152E3B1B78}" destId="{E1A24D4B-2A9F-3241-84F1-87F3EC91B3FD}" srcOrd="0" destOrd="0" presId="urn:microsoft.com/office/officeart/2005/8/layout/hierarchy1"/>
    <dgm:cxn modelId="{46697E72-C647-7C48-A443-EA591C4A38A3}" type="presOf" srcId="{20DBCE38-F8B6-44F9-92BB-74EB1F813F6D}" destId="{259C39C6-EC8C-0245-A90F-56198AE44124}" srcOrd="0" destOrd="0" presId="urn:microsoft.com/office/officeart/2005/8/layout/hierarchy1"/>
    <dgm:cxn modelId="{01D1C872-8E53-4658-9A10-A189F2007C94}" srcId="{73E5F100-EC99-4162-9694-DA29835F92A7}" destId="{C653C4E5-B864-4905-A2B5-17152E3B1B78}" srcOrd="1" destOrd="0" parTransId="{A0252F17-80EF-4E13-AF6C-AAC68B2F0560}" sibTransId="{054BBCEF-CBF4-468A-977A-5BD08D11C12E}"/>
    <dgm:cxn modelId="{108EE588-5333-4343-AF3C-27E4223160E3}" srcId="{73E5F100-EC99-4162-9694-DA29835F92A7}" destId="{20DBCE38-F8B6-44F9-92BB-74EB1F813F6D}" srcOrd="0" destOrd="0" parTransId="{EFE8B5D7-3AFA-4EFB-AAA1-591591B3B033}" sibTransId="{2D5D180B-7394-45E3-B0AF-B99DE31E4E12}"/>
    <dgm:cxn modelId="{49AD919E-0E29-CC47-8CEE-C97EA21B6D82}" type="presOf" srcId="{73E5F100-EC99-4162-9694-DA29835F92A7}" destId="{51D362CF-CAAD-1440-A37E-B6450EFCB4F2}" srcOrd="0" destOrd="0" presId="urn:microsoft.com/office/officeart/2005/8/layout/hierarchy1"/>
    <dgm:cxn modelId="{6B92B5B7-911F-134C-8FBA-C65158788D31}" type="presParOf" srcId="{51D362CF-CAAD-1440-A37E-B6450EFCB4F2}" destId="{53477612-E8B8-F549-80B5-A9642AD78764}" srcOrd="0" destOrd="0" presId="urn:microsoft.com/office/officeart/2005/8/layout/hierarchy1"/>
    <dgm:cxn modelId="{ACB4B7B4-58D0-3C49-AE93-6710E085C611}" type="presParOf" srcId="{53477612-E8B8-F549-80B5-A9642AD78764}" destId="{5D28C773-A4C5-7C42-B6F7-E2D3F400EF83}" srcOrd="0" destOrd="0" presId="urn:microsoft.com/office/officeart/2005/8/layout/hierarchy1"/>
    <dgm:cxn modelId="{D8A626A1-3DC3-4147-B5A9-1738F874112B}" type="presParOf" srcId="{5D28C773-A4C5-7C42-B6F7-E2D3F400EF83}" destId="{C124F4FD-18C1-F74E-BA08-E1F17331B5BB}" srcOrd="0" destOrd="0" presId="urn:microsoft.com/office/officeart/2005/8/layout/hierarchy1"/>
    <dgm:cxn modelId="{9193F873-AC7E-614D-8514-D1D2A0D8516E}" type="presParOf" srcId="{5D28C773-A4C5-7C42-B6F7-E2D3F400EF83}" destId="{259C39C6-EC8C-0245-A90F-56198AE44124}" srcOrd="1" destOrd="0" presId="urn:microsoft.com/office/officeart/2005/8/layout/hierarchy1"/>
    <dgm:cxn modelId="{43BA667F-CDD6-B24A-B98F-FA67012BA5CB}" type="presParOf" srcId="{53477612-E8B8-F549-80B5-A9642AD78764}" destId="{1BD25981-70B3-C642-BB88-785A1E7C284C}" srcOrd="1" destOrd="0" presId="urn:microsoft.com/office/officeart/2005/8/layout/hierarchy1"/>
    <dgm:cxn modelId="{EB71E56C-E9D7-E748-9141-F825EC362A76}" type="presParOf" srcId="{51D362CF-CAAD-1440-A37E-B6450EFCB4F2}" destId="{149DD5AD-769D-E54A-985E-C9125E93D34B}" srcOrd="1" destOrd="0" presId="urn:microsoft.com/office/officeart/2005/8/layout/hierarchy1"/>
    <dgm:cxn modelId="{57CE14B7-C18C-AB49-9DF5-5FE393783ACE}" type="presParOf" srcId="{149DD5AD-769D-E54A-985E-C9125E93D34B}" destId="{AC660CA2-F92D-014A-AF12-C19F853E751D}" srcOrd="0" destOrd="0" presId="urn:microsoft.com/office/officeart/2005/8/layout/hierarchy1"/>
    <dgm:cxn modelId="{64BC016E-2982-C54B-9606-D7ADADAB59F9}" type="presParOf" srcId="{AC660CA2-F92D-014A-AF12-C19F853E751D}" destId="{8942E6AD-CC59-AA41-85BC-B7FF01628D27}" srcOrd="0" destOrd="0" presId="urn:microsoft.com/office/officeart/2005/8/layout/hierarchy1"/>
    <dgm:cxn modelId="{A32C6382-4F29-9745-AEF1-1335508CA3A3}" type="presParOf" srcId="{AC660CA2-F92D-014A-AF12-C19F853E751D}" destId="{E1A24D4B-2A9F-3241-84F1-87F3EC91B3FD}" srcOrd="1" destOrd="0" presId="urn:microsoft.com/office/officeart/2005/8/layout/hierarchy1"/>
    <dgm:cxn modelId="{A088492A-DA36-3448-BB89-856411A70755}" type="presParOf" srcId="{149DD5AD-769D-E54A-985E-C9125E93D34B}" destId="{6EBE588F-BDCB-3E43-93E6-F0A0E066F52E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05D87C10-2F7D-4FC0-9E8C-CE194F479256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22686E6-1823-44BF-BA17-592F5BF84F54}">
      <dgm:prSet/>
      <dgm:spPr/>
      <dgm:t>
        <a:bodyPr/>
        <a:lstStyle/>
        <a:p>
          <a:r>
            <a:rPr lang="ru-RU"/>
            <a:t>После того как мы создали структуру для первого модуля, можно сказать, что </a:t>
          </a:r>
          <a:r>
            <a:rPr lang="ru-RU" b="1"/>
            <a:t>архитектура проекта успешно сформирована</a:t>
          </a:r>
          <a:r>
            <a:rPr lang="ru-RU"/>
            <a:t>.</a:t>
          </a:r>
          <a:endParaRPr lang="en-US"/>
        </a:p>
      </dgm:t>
    </dgm:pt>
    <dgm:pt modelId="{0378EC2E-D6F3-4828-AD35-E61411B4E685}" type="parTrans" cxnId="{C602B820-35DB-4E1F-830F-BFD1BC9EA72A}">
      <dgm:prSet/>
      <dgm:spPr/>
      <dgm:t>
        <a:bodyPr/>
        <a:lstStyle/>
        <a:p>
          <a:endParaRPr lang="en-US"/>
        </a:p>
      </dgm:t>
    </dgm:pt>
    <dgm:pt modelId="{2A760C2D-91FD-43A4-8409-306F46CFDB62}" type="sibTrans" cxnId="{C602B820-35DB-4E1F-830F-BFD1BC9EA72A}">
      <dgm:prSet/>
      <dgm:spPr/>
      <dgm:t>
        <a:bodyPr/>
        <a:lstStyle/>
        <a:p>
          <a:endParaRPr lang="en-US"/>
        </a:p>
      </dgm:t>
    </dgm:pt>
    <dgm:pt modelId="{A27D21AE-849E-4CB6-8DAD-55AA004A9F83}">
      <dgm:prSet/>
      <dgm:spPr/>
      <dgm:t>
        <a:bodyPr/>
        <a:lstStyle/>
        <a:p>
          <a:r>
            <a:rPr lang="ru-RU"/>
            <a:t>У вас теперь есть понятная, аккуратная и единообразная система, по которой будут оформляться все остальные модули.</a:t>
          </a:r>
          <a:endParaRPr lang="en-US"/>
        </a:p>
      </dgm:t>
    </dgm:pt>
    <dgm:pt modelId="{E3B7106D-BF12-446A-B90A-A0D122A5AE08}" type="parTrans" cxnId="{B7875187-CF74-472A-A0EE-46E6884475B6}">
      <dgm:prSet/>
      <dgm:spPr/>
      <dgm:t>
        <a:bodyPr/>
        <a:lstStyle/>
        <a:p>
          <a:endParaRPr lang="en-US"/>
        </a:p>
      </dgm:t>
    </dgm:pt>
    <dgm:pt modelId="{99EEA6AC-799E-4CED-8B41-C50B8D3177CF}" type="sibTrans" cxnId="{B7875187-CF74-472A-A0EE-46E6884475B6}">
      <dgm:prSet/>
      <dgm:spPr/>
      <dgm:t>
        <a:bodyPr/>
        <a:lstStyle/>
        <a:p>
          <a:endParaRPr lang="en-US"/>
        </a:p>
      </dgm:t>
    </dgm:pt>
    <dgm:pt modelId="{0FE8C63F-48F0-4B5B-B289-19151DCBC233}">
      <dgm:prSet/>
      <dgm:spPr/>
      <dgm:t>
        <a:bodyPr/>
        <a:lstStyle/>
        <a:p>
          <a:r>
            <a:rPr lang="ru-RU"/>
            <a:t>Чтобы завершить настройку:</a:t>
          </a:r>
          <a:endParaRPr lang="en-US"/>
        </a:p>
      </dgm:t>
    </dgm:pt>
    <dgm:pt modelId="{D35AE34C-4F57-44CB-9124-E425FADBACE2}" type="parTrans" cxnId="{561AB896-B516-4525-A530-A2E9D23E5DB4}">
      <dgm:prSet/>
      <dgm:spPr/>
      <dgm:t>
        <a:bodyPr/>
        <a:lstStyle/>
        <a:p>
          <a:endParaRPr lang="en-US"/>
        </a:p>
      </dgm:t>
    </dgm:pt>
    <dgm:pt modelId="{2AC5E2F0-C0A5-4E2B-81CF-E27090B29A03}" type="sibTrans" cxnId="{561AB896-B516-4525-A530-A2E9D23E5DB4}">
      <dgm:prSet/>
      <dgm:spPr/>
      <dgm:t>
        <a:bodyPr/>
        <a:lstStyle/>
        <a:p>
          <a:endParaRPr lang="en-US"/>
        </a:p>
      </dgm:t>
    </dgm:pt>
    <dgm:pt modelId="{DA5889A5-CAD6-4F06-B886-41C29CA02470}">
      <dgm:prSet/>
      <dgm:spPr/>
      <dgm:t>
        <a:bodyPr/>
        <a:lstStyle/>
        <a:p>
          <a:r>
            <a:rPr lang="ru-RU"/>
            <a:t>Убедитесь, что папки и файлы созданы именно в таком виде.</a:t>
          </a:r>
          <a:endParaRPr lang="en-US"/>
        </a:p>
      </dgm:t>
    </dgm:pt>
    <dgm:pt modelId="{51204A76-A202-451A-8F5B-438E93DCB998}" type="parTrans" cxnId="{5A84F2CE-1F3D-4E3C-9822-BFC7D08783FB}">
      <dgm:prSet/>
      <dgm:spPr/>
      <dgm:t>
        <a:bodyPr/>
        <a:lstStyle/>
        <a:p>
          <a:endParaRPr lang="en-US"/>
        </a:p>
      </dgm:t>
    </dgm:pt>
    <dgm:pt modelId="{36BAC806-A424-4958-BD21-8F2491A264B2}" type="sibTrans" cxnId="{5A84F2CE-1F3D-4E3C-9822-BFC7D08783FB}">
      <dgm:prSet/>
      <dgm:spPr/>
      <dgm:t>
        <a:bodyPr/>
        <a:lstStyle/>
        <a:p>
          <a:endParaRPr lang="en-US"/>
        </a:p>
      </dgm:t>
    </dgm:pt>
    <dgm:pt modelId="{B9E5ABBF-E8B1-4DD9-AF1B-CC737DC5B7FA}">
      <dgm:prSet/>
      <dgm:spPr/>
      <dgm:t>
        <a:bodyPr/>
        <a:lstStyle/>
        <a:p>
          <a:r>
            <a:rPr lang="ru-RU"/>
            <a:t>Сохраните изменения в репозитории (</a:t>
          </a:r>
          <a:r>
            <a:rPr lang="en-US"/>
            <a:t>Ctrl + S </a:t>
          </a:r>
          <a:r>
            <a:rPr lang="ru-RU"/>
            <a:t>или авто-сохранение).</a:t>
          </a:r>
          <a:endParaRPr lang="en-US"/>
        </a:p>
      </dgm:t>
    </dgm:pt>
    <dgm:pt modelId="{4208D320-D25F-45BE-98D1-D7DF699ED494}" type="parTrans" cxnId="{F96EF557-ABA8-4100-B065-670BABC62706}">
      <dgm:prSet/>
      <dgm:spPr/>
      <dgm:t>
        <a:bodyPr/>
        <a:lstStyle/>
        <a:p>
          <a:endParaRPr lang="en-US"/>
        </a:p>
      </dgm:t>
    </dgm:pt>
    <dgm:pt modelId="{525002B0-A5C1-487A-BD24-E5925E4665B0}" type="sibTrans" cxnId="{F96EF557-ABA8-4100-B065-670BABC62706}">
      <dgm:prSet/>
      <dgm:spPr/>
      <dgm:t>
        <a:bodyPr/>
        <a:lstStyle/>
        <a:p>
          <a:endParaRPr lang="en-US"/>
        </a:p>
      </dgm:t>
    </dgm:pt>
    <dgm:pt modelId="{9165E13E-3A4F-4134-A23E-A8DD91339FF9}">
      <dgm:prSet/>
      <dgm:spPr/>
      <dgm:t>
        <a:bodyPr/>
        <a:lstStyle/>
        <a:p>
          <a:r>
            <a:rPr lang="ru-RU"/>
            <a:t>При необходимости сделайте первый коммит:</a:t>
          </a:r>
          <a:endParaRPr lang="en-US"/>
        </a:p>
      </dgm:t>
    </dgm:pt>
    <dgm:pt modelId="{F4A30E9F-AE49-4BF1-BB3D-1DDC9D32F3C1}" type="parTrans" cxnId="{997ACAB5-3A9F-4D57-88C3-B00D5E45E476}">
      <dgm:prSet/>
      <dgm:spPr/>
      <dgm:t>
        <a:bodyPr/>
        <a:lstStyle/>
        <a:p>
          <a:endParaRPr lang="en-US"/>
        </a:p>
      </dgm:t>
    </dgm:pt>
    <dgm:pt modelId="{E3D16E6B-2FA7-4A9D-B908-E1385F980159}" type="sibTrans" cxnId="{997ACAB5-3A9F-4D57-88C3-B00D5E45E476}">
      <dgm:prSet/>
      <dgm:spPr/>
      <dgm:t>
        <a:bodyPr/>
        <a:lstStyle/>
        <a:p>
          <a:endParaRPr lang="en-US"/>
        </a:p>
      </dgm:t>
    </dgm:pt>
    <dgm:pt modelId="{CD2FA0D9-DC5C-48FD-9EAC-423B9103CE24}">
      <dgm:prSet/>
      <dgm:spPr/>
      <dgm:t>
        <a:bodyPr/>
        <a:lstStyle/>
        <a:p>
          <a:r>
            <a:rPr lang="ru-RU" dirty="0"/>
            <a:t>откройте вкладку </a:t>
          </a:r>
          <a:r>
            <a:rPr lang="en-US" dirty="0"/>
            <a:t>Terminal</a:t>
          </a:r>
        </a:p>
      </dgm:t>
    </dgm:pt>
    <dgm:pt modelId="{866785D9-3B83-4079-8951-EB049F636713}" type="parTrans" cxnId="{D72AAA14-A8E1-4EB3-9967-9A05D1DC2B09}">
      <dgm:prSet/>
      <dgm:spPr/>
      <dgm:t>
        <a:bodyPr/>
        <a:lstStyle/>
        <a:p>
          <a:endParaRPr lang="en-US"/>
        </a:p>
      </dgm:t>
    </dgm:pt>
    <dgm:pt modelId="{1642C4AB-7600-4BE3-ABB5-274DEA2B0974}" type="sibTrans" cxnId="{D72AAA14-A8E1-4EB3-9967-9A05D1DC2B09}">
      <dgm:prSet/>
      <dgm:spPr/>
      <dgm:t>
        <a:bodyPr/>
        <a:lstStyle/>
        <a:p>
          <a:endParaRPr lang="en-US"/>
        </a:p>
      </dgm:t>
    </dgm:pt>
    <dgm:pt modelId="{8EA86FAD-D782-4B0D-BFB9-F7FD3C6ACF50}">
      <dgm:prSet/>
      <dgm:spPr/>
      <dgm:t>
        <a:bodyPr/>
        <a:lstStyle/>
        <a:p>
          <a:r>
            <a:rPr lang="ru-RU" dirty="0"/>
            <a:t>Напишите код </a:t>
          </a:r>
          <a:r>
            <a:rPr lang="en-US" dirty="0">
              <a:sym typeface="Wingdings" pitchFamily="2" charset="2"/>
            </a:rPr>
            <a:t> “git add .”  “git commit –m “</a:t>
          </a:r>
          <a:r>
            <a:rPr lang="ru-RU" dirty="0">
              <a:sym typeface="Wingdings" pitchFamily="2" charset="2"/>
            </a:rPr>
            <a:t>комментарий</a:t>
          </a:r>
          <a:r>
            <a:rPr lang="en-US" dirty="0">
              <a:sym typeface="Wingdings" pitchFamily="2" charset="2"/>
            </a:rPr>
            <a:t>”</a:t>
          </a:r>
          <a:endParaRPr lang="en-US" dirty="0"/>
        </a:p>
      </dgm:t>
    </dgm:pt>
    <dgm:pt modelId="{397D103A-9887-4525-85C0-96FDEA30CE50}" type="parTrans" cxnId="{1B429FF3-CFB7-41BC-A799-BF6C05875CAF}">
      <dgm:prSet/>
      <dgm:spPr/>
      <dgm:t>
        <a:bodyPr/>
        <a:lstStyle/>
        <a:p>
          <a:endParaRPr lang="en-US"/>
        </a:p>
      </dgm:t>
    </dgm:pt>
    <dgm:pt modelId="{538648FA-6F3A-4D12-A370-8D698381165A}" type="sibTrans" cxnId="{1B429FF3-CFB7-41BC-A799-BF6C05875CAF}">
      <dgm:prSet/>
      <dgm:spPr/>
      <dgm:t>
        <a:bodyPr/>
        <a:lstStyle/>
        <a:p>
          <a:endParaRPr lang="en-US"/>
        </a:p>
      </dgm:t>
    </dgm:pt>
    <dgm:pt modelId="{560C61CC-0A74-4733-B661-E76803736688}">
      <dgm:prSet/>
      <dgm:spPr/>
      <dgm:t>
        <a:bodyPr/>
        <a:lstStyle/>
        <a:p>
          <a:r>
            <a:rPr lang="ru-RU" dirty="0"/>
            <a:t>Пропишите – </a:t>
          </a:r>
          <a:r>
            <a:rPr lang="en-US" dirty="0"/>
            <a:t>“git push” </a:t>
          </a:r>
          <a:r>
            <a:rPr lang="ru-RU" dirty="0"/>
            <a:t>и проверяем </a:t>
          </a:r>
          <a:r>
            <a:rPr lang="en-US" dirty="0"/>
            <a:t>GitHub</a:t>
          </a:r>
        </a:p>
      </dgm:t>
    </dgm:pt>
    <dgm:pt modelId="{1A3B69AE-A01B-48A6-A986-FF691B8A6092}" type="parTrans" cxnId="{FC16DB1E-38AE-45D3-8DDC-C55A62FA4724}">
      <dgm:prSet/>
      <dgm:spPr/>
      <dgm:t>
        <a:bodyPr/>
        <a:lstStyle/>
        <a:p>
          <a:endParaRPr lang="en-US"/>
        </a:p>
      </dgm:t>
    </dgm:pt>
    <dgm:pt modelId="{513C3654-89C9-4195-8673-39C3B137A432}" type="sibTrans" cxnId="{FC16DB1E-38AE-45D3-8DDC-C55A62FA4724}">
      <dgm:prSet/>
      <dgm:spPr/>
      <dgm:t>
        <a:bodyPr/>
        <a:lstStyle/>
        <a:p>
          <a:endParaRPr lang="en-US"/>
        </a:p>
      </dgm:t>
    </dgm:pt>
    <dgm:pt modelId="{4BFF2A62-546F-46DE-91D9-3824B46DB3B9}">
      <dgm:prSet/>
      <dgm:spPr/>
      <dgm:t>
        <a:bodyPr/>
        <a:lstStyle/>
        <a:p>
          <a:r>
            <a:rPr lang="ru-RU" dirty="0"/>
            <a:t>После того как в </a:t>
          </a:r>
          <a:r>
            <a:rPr lang="en-US" dirty="0"/>
            <a:t>GitHub </a:t>
          </a:r>
          <a:r>
            <a:rPr lang="ru-RU" dirty="0"/>
            <a:t>появились папки вы радуетесь тем что правильно сделали все инструкции</a:t>
          </a:r>
          <a:endParaRPr lang="en-US" dirty="0"/>
        </a:p>
      </dgm:t>
    </dgm:pt>
    <dgm:pt modelId="{9E482E6E-4FE0-4A83-A202-5BFC444CA2DA}" type="parTrans" cxnId="{4A8338DF-0069-458B-BA5A-35A71CFFB855}">
      <dgm:prSet/>
      <dgm:spPr/>
      <dgm:t>
        <a:bodyPr/>
        <a:lstStyle/>
        <a:p>
          <a:endParaRPr lang="en-US"/>
        </a:p>
      </dgm:t>
    </dgm:pt>
    <dgm:pt modelId="{0F1375A2-E84C-405A-866B-E359F0A4BC7E}" type="sibTrans" cxnId="{4A8338DF-0069-458B-BA5A-35A71CFFB855}">
      <dgm:prSet/>
      <dgm:spPr/>
      <dgm:t>
        <a:bodyPr/>
        <a:lstStyle/>
        <a:p>
          <a:endParaRPr lang="en-US"/>
        </a:p>
      </dgm:t>
    </dgm:pt>
    <dgm:pt modelId="{D6107DC0-0EB9-1E4E-8494-A0BDC36B4C04}" type="pres">
      <dgm:prSet presAssocID="{05D87C10-2F7D-4FC0-9E8C-CE194F479256}" presName="Name0" presStyleCnt="0">
        <dgm:presLayoutVars>
          <dgm:dir/>
          <dgm:resizeHandles val="exact"/>
        </dgm:presLayoutVars>
      </dgm:prSet>
      <dgm:spPr/>
    </dgm:pt>
    <dgm:pt modelId="{B048E2C5-AB79-B741-81C1-068551718180}" type="pres">
      <dgm:prSet presAssocID="{922686E6-1823-44BF-BA17-592F5BF84F54}" presName="node" presStyleLbl="node1" presStyleIdx="0" presStyleCnt="10">
        <dgm:presLayoutVars>
          <dgm:bulletEnabled val="1"/>
        </dgm:presLayoutVars>
      </dgm:prSet>
      <dgm:spPr/>
    </dgm:pt>
    <dgm:pt modelId="{68BD39F7-511B-2740-BD59-EABEF31817BF}" type="pres">
      <dgm:prSet presAssocID="{2A760C2D-91FD-43A4-8409-306F46CFDB62}" presName="sibTrans" presStyleLbl="sibTrans1D1" presStyleIdx="0" presStyleCnt="9"/>
      <dgm:spPr/>
    </dgm:pt>
    <dgm:pt modelId="{67425F18-2ADE-F14B-9E3C-4A50695B2029}" type="pres">
      <dgm:prSet presAssocID="{2A760C2D-91FD-43A4-8409-306F46CFDB62}" presName="connectorText" presStyleLbl="sibTrans1D1" presStyleIdx="0" presStyleCnt="9"/>
      <dgm:spPr/>
    </dgm:pt>
    <dgm:pt modelId="{6CF89FB8-0497-8744-8EEE-4D96CD00B9E0}" type="pres">
      <dgm:prSet presAssocID="{A27D21AE-849E-4CB6-8DAD-55AA004A9F83}" presName="node" presStyleLbl="node1" presStyleIdx="1" presStyleCnt="10">
        <dgm:presLayoutVars>
          <dgm:bulletEnabled val="1"/>
        </dgm:presLayoutVars>
      </dgm:prSet>
      <dgm:spPr/>
    </dgm:pt>
    <dgm:pt modelId="{08BE9089-3843-BA46-8D9C-570BA0B11367}" type="pres">
      <dgm:prSet presAssocID="{99EEA6AC-799E-4CED-8B41-C50B8D3177CF}" presName="sibTrans" presStyleLbl="sibTrans1D1" presStyleIdx="1" presStyleCnt="9"/>
      <dgm:spPr/>
    </dgm:pt>
    <dgm:pt modelId="{A97D0FCD-9708-6445-9DFC-D650165B00F9}" type="pres">
      <dgm:prSet presAssocID="{99EEA6AC-799E-4CED-8B41-C50B8D3177CF}" presName="connectorText" presStyleLbl="sibTrans1D1" presStyleIdx="1" presStyleCnt="9"/>
      <dgm:spPr/>
    </dgm:pt>
    <dgm:pt modelId="{D6B4B9DB-F063-6840-98AC-42B612E3B0DD}" type="pres">
      <dgm:prSet presAssocID="{0FE8C63F-48F0-4B5B-B289-19151DCBC233}" presName="node" presStyleLbl="node1" presStyleIdx="2" presStyleCnt="10">
        <dgm:presLayoutVars>
          <dgm:bulletEnabled val="1"/>
        </dgm:presLayoutVars>
      </dgm:prSet>
      <dgm:spPr/>
    </dgm:pt>
    <dgm:pt modelId="{A2D1B7A7-66FF-9E46-B121-8ADB8315EDD5}" type="pres">
      <dgm:prSet presAssocID="{2AC5E2F0-C0A5-4E2B-81CF-E27090B29A03}" presName="sibTrans" presStyleLbl="sibTrans1D1" presStyleIdx="2" presStyleCnt="9"/>
      <dgm:spPr/>
    </dgm:pt>
    <dgm:pt modelId="{D2F2EDB6-3524-7947-BBFF-DF4629147EC0}" type="pres">
      <dgm:prSet presAssocID="{2AC5E2F0-C0A5-4E2B-81CF-E27090B29A03}" presName="connectorText" presStyleLbl="sibTrans1D1" presStyleIdx="2" presStyleCnt="9"/>
      <dgm:spPr/>
    </dgm:pt>
    <dgm:pt modelId="{54998760-1E6A-6E46-83A4-6FFBE360C655}" type="pres">
      <dgm:prSet presAssocID="{DA5889A5-CAD6-4F06-B886-41C29CA02470}" presName="node" presStyleLbl="node1" presStyleIdx="3" presStyleCnt="10">
        <dgm:presLayoutVars>
          <dgm:bulletEnabled val="1"/>
        </dgm:presLayoutVars>
      </dgm:prSet>
      <dgm:spPr/>
    </dgm:pt>
    <dgm:pt modelId="{4C4D33AD-D36E-9D4D-AFD8-12E4BF7F7486}" type="pres">
      <dgm:prSet presAssocID="{36BAC806-A424-4958-BD21-8F2491A264B2}" presName="sibTrans" presStyleLbl="sibTrans1D1" presStyleIdx="3" presStyleCnt="9"/>
      <dgm:spPr/>
    </dgm:pt>
    <dgm:pt modelId="{D42FD795-9983-EA49-873E-2E9702F5A0FF}" type="pres">
      <dgm:prSet presAssocID="{36BAC806-A424-4958-BD21-8F2491A264B2}" presName="connectorText" presStyleLbl="sibTrans1D1" presStyleIdx="3" presStyleCnt="9"/>
      <dgm:spPr/>
    </dgm:pt>
    <dgm:pt modelId="{EBB5E018-CDD1-A541-A264-C43633E311B2}" type="pres">
      <dgm:prSet presAssocID="{B9E5ABBF-E8B1-4DD9-AF1B-CC737DC5B7FA}" presName="node" presStyleLbl="node1" presStyleIdx="4" presStyleCnt="10">
        <dgm:presLayoutVars>
          <dgm:bulletEnabled val="1"/>
        </dgm:presLayoutVars>
      </dgm:prSet>
      <dgm:spPr/>
    </dgm:pt>
    <dgm:pt modelId="{D37A6E32-C7E0-D544-981B-C0A18EB68495}" type="pres">
      <dgm:prSet presAssocID="{525002B0-A5C1-487A-BD24-E5925E4665B0}" presName="sibTrans" presStyleLbl="sibTrans1D1" presStyleIdx="4" presStyleCnt="9"/>
      <dgm:spPr/>
    </dgm:pt>
    <dgm:pt modelId="{6B98B224-713B-B149-900E-B92350A7B100}" type="pres">
      <dgm:prSet presAssocID="{525002B0-A5C1-487A-BD24-E5925E4665B0}" presName="connectorText" presStyleLbl="sibTrans1D1" presStyleIdx="4" presStyleCnt="9"/>
      <dgm:spPr/>
    </dgm:pt>
    <dgm:pt modelId="{A33E166A-A739-B742-8B44-1878530EED16}" type="pres">
      <dgm:prSet presAssocID="{9165E13E-3A4F-4134-A23E-A8DD91339FF9}" presName="node" presStyleLbl="node1" presStyleIdx="5" presStyleCnt="10">
        <dgm:presLayoutVars>
          <dgm:bulletEnabled val="1"/>
        </dgm:presLayoutVars>
      </dgm:prSet>
      <dgm:spPr/>
    </dgm:pt>
    <dgm:pt modelId="{9A177D9F-4C47-CC41-88F2-13ABC54B1AD8}" type="pres">
      <dgm:prSet presAssocID="{E3D16E6B-2FA7-4A9D-B908-E1385F980159}" presName="sibTrans" presStyleLbl="sibTrans1D1" presStyleIdx="5" presStyleCnt="9"/>
      <dgm:spPr/>
    </dgm:pt>
    <dgm:pt modelId="{6B1B137C-36E3-BF4C-82B5-719B99F475EE}" type="pres">
      <dgm:prSet presAssocID="{E3D16E6B-2FA7-4A9D-B908-E1385F980159}" presName="connectorText" presStyleLbl="sibTrans1D1" presStyleIdx="5" presStyleCnt="9"/>
      <dgm:spPr/>
    </dgm:pt>
    <dgm:pt modelId="{144B1A3F-2942-3F4F-8469-03CD67B0C6D1}" type="pres">
      <dgm:prSet presAssocID="{CD2FA0D9-DC5C-48FD-9EAC-423B9103CE24}" presName="node" presStyleLbl="node1" presStyleIdx="6" presStyleCnt="10">
        <dgm:presLayoutVars>
          <dgm:bulletEnabled val="1"/>
        </dgm:presLayoutVars>
      </dgm:prSet>
      <dgm:spPr/>
    </dgm:pt>
    <dgm:pt modelId="{E07F7020-DBDD-094D-A7D7-E84133D202F3}" type="pres">
      <dgm:prSet presAssocID="{1642C4AB-7600-4BE3-ABB5-274DEA2B0974}" presName="sibTrans" presStyleLbl="sibTrans1D1" presStyleIdx="6" presStyleCnt="9"/>
      <dgm:spPr/>
    </dgm:pt>
    <dgm:pt modelId="{83CDB6B9-9ACD-7A46-B951-5E40E406D4AD}" type="pres">
      <dgm:prSet presAssocID="{1642C4AB-7600-4BE3-ABB5-274DEA2B0974}" presName="connectorText" presStyleLbl="sibTrans1D1" presStyleIdx="6" presStyleCnt="9"/>
      <dgm:spPr/>
    </dgm:pt>
    <dgm:pt modelId="{728EB006-A634-ED4D-B145-6283D60D1E29}" type="pres">
      <dgm:prSet presAssocID="{8EA86FAD-D782-4B0D-BFB9-F7FD3C6ACF50}" presName="node" presStyleLbl="node1" presStyleIdx="7" presStyleCnt="10" custScaleX="116490">
        <dgm:presLayoutVars>
          <dgm:bulletEnabled val="1"/>
        </dgm:presLayoutVars>
      </dgm:prSet>
      <dgm:spPr/>
    </dgm:pt>
    <dgm:pt modelId="{264E4EC1-990E-194F-9337-3139ACCFD1A9}" type="pres">
      <dgm:prSet presAssocID="{538648FA-6F3A-4D12-A370-8D698381165A}" presName="sibTrans" presStyleLbl="sibTrans1D1" presStyleIdx="7" presStyleCnt="9"/>
      <dgm:spPr/>
    </dgm:pt>
    <dgm:pt modelId="{4EF23443-7042-464A-8992-D60DA0EC3455}" type="pres">
      <dgm:prSet presAssocID="{538648FA-6F3A-4D12-A370-8D698381165A}" presName="connectorText" presStyleLbl="sibTrans1D1" presStyleIdx="7" presStyleCnt="9"/>
      <dgm:spPr/>
    </dgm:pt>
    <dgm:pt modelId="{E7CFE2BB-0C15-6B4B-A80D-496CDDB8D501}" type="pres">
      <dgm:prSet presAssocID="{560C61CC-0A74-4733-B661-E76803736688}" presName="node" presStyleLbl="node1" presStyleIdx="8" presStyleCnt="10">
        <dgm:presLayoutVars>
          <dgm:bulletEnabled val="1"/>
        </dgm:presLayoutVars>
      </dgm:prSet>
      <dgm:spPr/>
    </dgm:pt>
    <dgm:pt modelId="{71F0934A-F306-D744-8CCC-992BB98BB3DF}" type="pres">
      <dgm:prSet presAssocID="{513C3654-89C9-4195-8673-39C3B137A432}" presName="sibTrans" presStyleLbl="sibTrans1D1" presStyleIdx="8" presStyleCnt="9"/>
      <dgm:spPr/>
    </dgm:pt>
    <dgm:pt modelId="{3AF70F84-5224-F146-9382-93063BA86CF5}" type="pres">
      <dgm:prSet presAssocID="{513C3654-89C9-4195-8673-39C3B137A432}" presName="connectorText" presStyleLbl="sibTrans1D1" presStyleIdx="8" presStyleCnt="9"/>
      <dgm:spPr/>
    </dgm:pt>
    <dgm:pt modelId="{AB94E050-67C2-F441-98BE-372FACF35614}" type="pres">
      <dgm:prSet presAssocID="{4BFF2A62-546F-46DE-91D9-3824B46DB3B9}" presName="node" presStyleLbl="node1" presStyleIdx="9" presStyleCnt="10">
        <dgm:presLayoutVars>
          <dgm:bulletEnabled val="1"/>
        </dgm:presLayoutVars>
      </dgm:prSet>
      <dgm:spPr/>
    </dgm:pt>
  </dgm:ptLst>
  <dgm:cxnLst>
    <dgm:cxn modelId="{64E5A805-71D4-E541-9B03-7E69E52AED59}" type="presOf" srcId="{513C3654-89C9-4195-8673-39C3B137A432}" destId="{71F0934A-F306-D744-8CCC-992BB98BB3DF}" srcOrd="0" destOrd="0" presId="urn:microsoft.com/office/officeart/2016/7/layout/RepeatingBendingProcessNew"/>
    <dgm:cxn modelId="{6D1ABF10-97DE-F346-8A30-C96C3303A8A2}" type="presOf" srcId="{CD2FA0D9-DC5C-48FD-9EAC-423B9103CE24}" destId="{144B1A3F-2942-3F4F-8469-03CD67B0C6D1}" srcOrd="0" destOrd="0" presId="urn:microsoft.com/office/officeart/2016/7/layout/RepeatingBendingProcessNew"/>
    <dgm:cxn modelId="{650A3213-A0C0-AF4A-B5D5-57E9B0846B78}" type="presOf" srcId="{DA5889A5-CAD6-4F06-B886-41C29CA02470}" destId="{54998760-1E6A-6E46-83A4-6FFBE360C655}" srcOrd="0" destOrd="0" presId="urn:microsoft.com/office/officeart/2016/7/layout/RepeatingBendingProcessNew"/>
    <dgm:cxn modelId="{D72AAA14-A8E1-4EB3-9967-9A05D1DC2B09}" srcId="{05D87C10-2F7D-4FC0-9E8C-CE194F479256}" destId="{CD2FA0D9-DC5C-48FD-9EAC-423B9103CE24}" srcOrd="6" destOrd="0" parTransId="{866785D9-3B83-4079-8951-EB049F636713}" sibTransId="{1642C4AB-7600-4BE3-ABB5-274DEA2B0974}"/>
    <dgm:cxn modelId="{851F601A-65B1-8A4E-9402-116773685586}" type="presOf" srcId="{538648FA-6F3A-4D12-A370-8D698381165A}" destId="{4EF23443-7042-464A-8992-D60DA0EC3455}" srcOrd="1" destOrd="0" presId="urn:microsoft.com/office/officeart/2016/7/layout/RepeatingBendingProcessNew"/>
    <dgm:cxn modelId="{2869861B-D939-1541-8587-FF61556B9B69}" type="presOf" srcId="{4BFF2A62-546F-46DE-91D9-3824B46DB3B9}" destId="{AB94E050-67C2-F441-98BE-372FACF35614}" srcOrd="0" destOrd="0" presId="urn:microsoft.com/office/officeart/2016/7/layout/RepeatingBendingProcessNew"/>
    <dgm:cxn modelId="{D8DB241E-DF2B-B04F-976A-047C4169E097}" type="presOf" srcId="{36BAC806-A424-4958-BD21-8F2491A264B2}" destId="{D42FD795-9983-EA49-873E-2E9702F5A0FF}" srcOrd="1" destOrd="0" presId="urn:microsoft.com/office/officeart/2016/7/layout/RepeatingBendingProcessNew"/>
    <dgm:cxn modelId="{7400631E-ED72-B643-AC9D-3A82FA02C79E}" type="presOf" srcId="{513C3654-89C9-4195-8673-39C3B137A432}" destId="{3AF70F84-5224-F146-9382-93063BA86CF5}" srcOrd="1" destOrd="0" presId="urn:microsoft.com/office/officeart/2016/7/layout/RepeatingBendingProcessNew"/>
    <dgm:cxn modelId="{FC16DB1E-38AE-45D3-8DDC-C55A62FA4724}" srcId="{05D87C10-2F7D-4FC0-9E8C-CE194F479256}" destId="{560C61CC-0A74-4733-B661-E76803736688}" srcOrd="8" destOrd="0" parTransId="{1A3B69AE-A01B-48A6-A986-FF691B8A6092}" sibTransId="{513C3654-89C9-4195-8673-39C3B137A432}"/>
    <dgm:cxn modelId="{C602B820-35DB-4E1F-830F-BFD1BC9EA72A}" srcId="{05D87C10-2F7D-4FC0-9E8C-CE194F479256}" destId="{922686E6-1823-44BF-BA17-592F5BF84F54}" srcOrd="0" destOrd="0" parTransId="{0378EC2E-D6F3-4828-AD35-E61411B4E685}" sibTransId="{2A760C2D-91FD-43A4-8409-306F46CFDB62}"/>
    <dgm:cxn modelId="{FA881F29-B22D-9A4F-BAA1-F55E27A14673}" type="presOf" srcId="{E3D16E6B-2FA7-4A9D-B908-E1385F980159}" destId="{9A177D9F-4C47-CC41-88F2-13ABC54B1AD8}" srcOrd="0" destOrd="0" presId="urn:microsoft.com/office/officeart/2016/7/layout/RepeatingBendingProcessNew"/>
    <dgm:cxn modelId="{16B7823A-1266-5A45-AAB6-72C835993964}" type="presOf" srcId="{2A760C2D-91FD-43A4-8409-306F46CFDB62}" destId="{67425F18-2ADE-F14B-9E3C-4A50695B2029}" srcOrd="1" destOrd="0" presId="urn:microsoft.com/office/officeart/2016/7/layout/RepeatingBendingProcessNew"/>
    <dgm:cxn modelId="{EFD7383F-1870-B645-A8ED-420BD51A1742}" type="presOf" srcId="{36BAC806-A424-4958-BD21-8F2491A264B2}" destId="{4C4D33AD-D36E-9D4D-AFD8-12E4BF7F7486}" srcOrd="0" destOrd="0" presId="urn:microsoft.com/office/officeart/2016/7/layout/RepeatingBendingProcessNew"/>
    <dgm:cxn modelId="{11F9F142-2F09-F24B-900D-E26060892A63}" type="presOf" srcId="{538648FA-6F3A-4D12-A370-8D698381165A}" destId="{264E4EC1-990E-194F-9337-3139ACCFD1A9}" srcOrd="0" destOrd="0" presId="urn:microsoft.com/office/officeart/2016/7/layout/RepeatingBendingProcessNew"/>
    <dgm:cxn modelId="{30EC8943-D187-5B45-B1CC-21AA536AC3CA}" type="presOf" srcId="{8EA86FAD-D782-4B0D-BFB9-F7FD3C6ACF50}" destId="{728EB006-A634-ED4D-B145-6283D60D1E29}" srcOrd="0" destOrd="0" presId="urn:microsoft.com/office/officeart/2016/7/layout/RepeatingBendingProcessNew"/>
    <dgm:cxn modelId="{C692E556-8E7A-0241-8745-8ED024CA40D7}" type="presOf" srcId="{525002B0-A5C1-487A-BD24-E5925E4665B0}" destId="{6B98B224-713B-B149-900E-B92350A7B100}" srcOrd="1" destOrd="0" presId="urn:microsoft.com/office/officeart/2016/7/layout/RepeatingBendingProcessNew"/>
    <dgm:cxn modelId="{F96EF557-ABA8-4100-B065-670BABC62706}" srcId="{05D87C10-2F7D-4FC0-9E8C-CE194F479256}" destId="{B9E5ABBF-E8B1-4DD9-AF1B-CC737DC5B7FA}" srcOrd="4" destOrd="0" parTransId="{4208D320-D25F-45BE-98D1-D7DF699ED494}" sibTransId="{525002B0-A5C1-487A-BD24-E5925E4665B0}"/>
    <dgm:cxn modelId="{16D3E15D-7ABD-DB4D-B185-BE84B7599485}" type="presOf" srcId="{525002B0-A5C1-487A-BD24-E5925E4665B0}" destId="{D37A6E32-C7E0-D544-981B-C0A18EB68495}" srcOrd="0" destOrd="0" presId="urn:microsoft.com/office/officeart/2016/7/layout/RepeatingBendingProcessNew"/>
    <dgm:cxn modelId="{65B5FF65-4396-CA4E-843F-7E4CF5BB52E3}" type="presOf" srcId="{05D87C10-2F7D-4FC0-9E8C-CE194F479256}" destId="{D6107DC0-0EB9-1E4E-8494-A0BDC36B4C04}" srcOrd="0" destOrd="0" presId="urn:microsoft.com/office/officeart/2016/7/layout/RepeatingBendingProcessNew"/>
    <dgm:cxn modelId="{EE84036A-2613-804D-A987-8A981B343D6D}" type="presOf" srcId="{2AC5E2F0-C0A5-4E2B-81CF-E27090B29A03}" destId="{D2F2EDB6-3524-7947-BBFF-DF4629147EC0}" srcOrd="1" destOrd="0" presId="urn:microsoft.com/office/officeart/2016/7/layout/RepeatingBendingProcessNew"/>
    <dgm:cxn modelId="{A312916B-7986-B749-990B-AAF86A313834}" type="presOf" srcId="{E3D16E6B-2FA7-4A9D-B908-E1385F980159}" destId="{6B1B137C-36E3-BF4C-82B5-719B99F475EE}" srcOrd="1" destOrd="0" presId="urn:microsoft.com/office/officeart/2016/7/layout/RepeatingBendingProcessNew"/>
    <dgm:cxn modelId="{FD089984-E80B-5F4E-BFBF-FA7D49C4A8EF}" type="presOf" srcId="{A27D21AE-849E-4CB6-8DAD-55AA004A9F83}" destId="{6CF89FB8-0497-8744-8EEE-4D96CD00B9E0}" srcOrd="0" destOrd="0" presId="urn:microsoft.com/office/officeart/2016/7/layout/RepeatingBendingProcessNew"/>
    <dgm:cxn modelId="{B7875187-CF74-472A-A0EE-46E6884475B6}" srcId="{05D87C10-2F7D-4FC0-9E8C-CE194F479256}" destId="{A27D21AE-849E-4CB6-8DAD-55AA004A9F83}" srcOrd="1" destOrd="0" parTransId="{E3B7106D-BF12-446A-B90A-A0D122A5AE08}" sibTransId="{99EEA6AC-799E-4CED-8B41-C50B8D3177CF}"/>
    <dgm:cxn modelId="{5652CC87-C61E-7B4A-B55F-4990887DF48B}" type="presOf" srcId="{99EEA6AC-799E-4CED-8B41-C50B8D3177CF}" destId="{08BE9089-3843-BA46-8D9C-570BA0B11367}" srcOrd="0" destOrd="0" presId="urn:microsoft.com/office/officeart/2016/7/layout/RepeatingBendingProcessNew"/>
    <dgm:cxn modelId="{129F1589-E4C8-064F-940A-6F7EF06855A0}" type="presOf" srcId="{99EEA6AC-799E-4CED-8B41-C50B8D3177CF}" destId="{A97D0FCD-9708-6445-9DFC-D650165B00F9}" srcOrd="1" destOrd="0" presId="urn:microsoft.com/office/officeart/2016/7/layout/RepeatingBendingProcessNew"/>
    <dgm:cxn modelId="{561AB896-B516-4525-A530-A2E9D23E5DB4}" srcId="{05D87C10-2F7D-4FC0-9E8C-CE194F479256}" destId="{0FE8C63F-48F0-4B5B-B289-19151DCBC233}" srcOrd="2" destOrd="0" parTransId="{D35AE34C-4F57-44CB-9124-E425FADBACE2}" sibTransId="{2AC5E2F0-C0A5-4E2B-81CF-E27090B29A03}"/>
    <dgm:cxn modelId="{8D1828A1-4CAC-5B40-878B-D05C11456DD8}" type="presOf" srcId="{0FE8C63F-48F0-4B5B-B289-19151DCBC233}" destId="{D6B4B9DB-F063-6840-98AC-42B612E3B0DD}" srcOrd="0" destOrd="0" presId="urn:microsoft.com/office/officeart/2016/7/layout/RepeatingBendingProcessNew"/>
    <dgm:cxn modelId="{5BC738A6-DE88-2842-AE79-81C75FE53D3A}" type="presOf" srcId="{2AC5E2F0-C0A5-4E2B-81CF-E27090B29A03}" destId="{A2D1B7A7-66FF-9E46-B121-8ADB8315EDD5}" srcOrd="0" destOrd="0" presId="urn:microsoft.com/office/officeart/2016/7/layout/RepeatingBendingProcessNew"/>
    <dgm:cxn modelId="{994C16AC-6B9C-1247-80E3-EC907430B874}" type="presOf" srcId="{1642C4AB-7600-4BE3-ABB5-274DEA2B0974}" destId="{E07F7020-DBDD-094D-A7D7-E84133D202F3}" srcOrd="0" destOrd="0" presId="urn:microsoft.com/office/officeart/2016/7/layout/RepeatingBendingProcessNew"/>
    <dgm:cxn modelId="{997ACAB5-3A9F-4D57-88C3-B00D5E45E476}" srcId="{05D87C10-2F7D-4FC0-9E8C-CE194F479256}" destId="{9165E13E-3A4F-4134-A23E-A8DD91339FF9}" srcOrd="5" destOrd="0" parTransId="{F4A30E9F-AE49-4BF1-BB3D-1DDC9D32F3C1}" sibTransId="{E3D16E6B-2FA7-4A9D-B908-E1385F980159}"/>
    <dgm:cxn modelId="{723A59B9-4B19-F04A-9A2C-747D6C872550}" type="presOf" srcId="{B9E5ABBF-E8B1-4DD9-AF1B-CC737DC5B7FA}" destId="{EBB5E018-CDD1-A541-A264-C43633E311B2}" srcOrd="0" destOrd="0" presId="urn:microsoft.com/office/officeart/2016/7/layout/RepeatingBendingProcessNew"/>
    <dgm:cxn modelId="{9FC57FBE-0D30-D543-9A42-1015C28A3359}" type="presOf" srcId="{1642C4AB-7600-4BE3-ABB5-274DEA2B0974}" destId="{83CDB6B9-9ACD-7A46-B951-5E40E406D4AD}" srcOrd="1" destOrd="0" presId="urn:microsoft.com/office/officeart/2016/7/layout/RepeatingBendingProcessNew"/>
    <dgm:cxn modelId="{5A84F2CE-1F3D-4E3C-9822-BFC7D08783FB}" srcId="{05D87C10-2F7D-4FC0-9E8C-CE194F479256}" destId="{DA5889A5-CAD6-4F06-B886-41C29CA02470}" srcOrd="3" destOrd="0" parTransId="{51204A76-A202-451A-8F5B-438E93DCB998}" sibTransId="{36BAC806-A424-4958-BD21-8F2491A264B2}"/>
    <dgm:cxn modelId="{4A8338DF-0069-458B-BA5A-35A71CFFB855}" srcId="{05D87C10-2F7D-4FC0-9E8C-CE194F479256}" destId="{4BFF2A62-546F-46DE-91D9-3824B46DB3B9}" srcOrd="9" destOrd="0" parTransId="{9E482E6E-4FE0-4A83-A202-5BFC444CA2DA}" sibTransId="{0F1375A2-E84C-405A-866B-E359F0A4BC7E}"/>
    <dgm:cxn modelId="{00802BE4-9CD6-5445-9DC2-84A86E191A61}" type="presOf" srcId="{2A760C2D-91FD-43A4-8409-306F46CFDB62}" destId="{68BD39F7-511B-2740-BD59-EABEF31817BF}" srcOrd="0" destOrd="0" presId="urn:microsoft.com/office/officeart/2016/7/layout/RepeatingBendingProcessNew"/>
    <dgm:cxn modelId="{EB9A12EE-3787-2E42-9884-42C71ECA4130}" type="presOf" srcId="{922686E6-1823-44BF-BA17-592F5BF84F54}" destId="{B048E2C5-AB79-B741-81C1-068551718180}" srcOrd="0" destOrd="0" presId="urn:microsoft.com/office/officeart/2016/7/layout/RepeatingBendingProcessNew"/>
    <dgm:cxn modelId="{1B429FF3-CFB7-41BC-A799-BF6C05875CAF}" srcId="{05D87C10-2F7D-4FC0-9E8C-CE194F479256}" destId="{8EA86FAD-D782-4B0D-BFB9-F7FD3C6ACF50}" srcOrd="7" destOrd="0" parTransId="{397D103A-9887-4525-85C0-96FDEA30CE50}" sibTransId="{538648FA-6F3A-4D12-A370-8D698381165A}"/>
    <dgm:cxn modelId="{5F3ECEF3-9AEF-8B49-AE03-55A74E46B2AB}" type="presOf" srcId="{560C61CC-0A74-4733-B661-E76803736688}" destId="{E7CFE2BB-0C15-6B4B-A80D-496CDDB8D501}" srcOrd="0" destOrd="0" presId="urn:microsoft.com/office/officeart/2016/7/layout/RepeatingBendingProcessNew"/>
    <dgm:cxn modelId="{240D5AF4-74B2-CA4C-A959-4C2E2320AE31}" type="presOf" srcId="{9165E13E-3A4F-4134-A23E-A8DD91339FF9}" destId="{A33E166A-A739-B742-8B44-1878530EED16}" srcOrd="0" destOrd="0" presId="urn:microsoft.com/office/officeart/2016/7/layout/RepeatingBendingProcessNew"/>
    <dgm:cxn modelId="{D274C0E2-798F-CB45-82DE-93D1BB7B91D7}" type="presParOf" srcId="{D6107DC0-0EB9-1E4E-8494-A0BDC36B4C04}" destId="{B048E2C5-AB79-B741-81C1-068551718180}" srcOrd="0" destOrd="0" presId="urn:microsoft.com/office/officeart/2016/7/layout/RepeatingBendingProcessNew"/>
    <dgm:cxn modelId="{0BEC6375-02F9-5E4E-B124-F12CA171E60B}" type="presParOf" srcId="{D6107DC0-0EB9-1E4E-8494-A0BDC36B4C04}" destId="{68BD39F7-511B-2740-BD59-EABEF31817BF}" srcOrd="1" destOrd="0" presId="urn:microsoft.com/office/officeart/2016/7/layout/RepeatingBendingProcessNew"/>
    <dgm:cxn modelId="{68AF12DF-96DE-9145-ABDE-84D97CEE41CF}" type="presParOf" srcId="{68BD39F7-511B-2740-BD59-EABEF31817BF}" destId="{67425F18-2ADE-F14B-9E3C-4A50695B2029}" srcOrd="0" destOrd="0" presId="urn:microsoft.com/office/officeart/2016/7/layout/RepeatingBendingProcessNew"/>
    <dgm:cxn modelId="{640E3511-3637-CC4C-A173-63E73AE5D444}" type="presParOf" srcId="{D6107DC0-0EB9-1E4E-8494-A0BDC36B4C04}" destId="{6CF89FB8-0497-8744-8EEE-4D96CD00B9E0}" srcOrd="2" destOrd="0" presId="urn:microsoft.com/office/officeart/2016/7/layout/RepeatingBendingProcessNew"/>
    <dgm:cxn modelId="{9F3CF3A3-40BF-DA4A-872D-1CA98C97392F}" type="presParOf" srcId="{D6107DC0-0EB9-1E4E-8494-A0BDC36B4C04}" destId="{08BE9089-3843-BA46-8D9C-570BA0B11367}" srcOrd="3" destOrd="0" presId="urn:microsoft.com/office/officeart/2016/7/layout/RepeatingBendingProcessNew"/>
    <dgm:cxn modelId="{CDABE307-89D1-C842-8DC1-DCE52C03F0C7}" type="presParOf" srcId="{08BE9089-3843-BA46-8D9C-570BA0B11367}" destId="{A97D0FCD-9708-6445-9DFC-D650165B00F9}" srcOrd="0" destOrd="0" presId="urn:microsoft.com/office/officeart/2016/7/layout/RepeatingBendingProcessNew"/>
    <dgm:cxn modelId="{72D9A5A9-12A1-9F4A-928A-7A691380965D}" type="presParOf" srcId="{D6107DC0-0EB9-1E4E-8494-A0BDC36B4C04}" destId="{D6B4B9DB-F063-6840-98AC-42B612E3B0DD}" srcOrd="4" destOrd="0" presId="urn:microsoft.com/office/officeart/2016/7/layout/RepeatingBendingProcessNew"/>
    <dgm:cxn modelId="{A50A611D-D620-B848-A285-B40749BE3648}" type="presParOf" srcId="{D6107DC0-0EB9-1E4E-8494-A0BDC36B4C04}" destId="{A2D1B7A7-66FF-9E46-B121-8ADB8315EDD5}" srcOrd="5" destOrd="0" presId="urn:microsoft.com/office/officeart/2016/7/layout/RepeatingBendingProcessNew"/>
    <dgm:cxn modelId="{C88FDA6B-07A5-3C46-BDC1-F1C53BA2D8EA}" type="presParOf" srcId="{A2D1B7A7-66FF-9E46-B121-8ADB8315EDD5}" destId="{D2F2EDB6-3524-7947-BBFF-DF4629147EC0}" srcOrd="0" destOrd="0" presId="urn:microsoft.com/office/officeart/2016/7/layout/RepeatingBendingProcessNew"/>
    <dgm:cxn modelId="{C71F78B9-1425-EC44-A51D-511D60A55DFD}" type="presParOf" srcId="{D6107DC0-0EB9-1E4E-8494-A0BDC36B4C04}" destId="{54998760-1E6A-6E46-83A4-6FFBE360C655}" srcOrd="6" destOrd="0" presId="urn:microsoft.com/office/officeart/2016/7/layout/RepeatingBendingProcessNew"/>
    <dgm:cxn modelId="{EA4D3A27-78D5-EA43-9017-FF45FD75E18E}" type="presParOf" srcId="{D6107DC0-0EB9-1E4E-8494-A0BDC36B4C04}" destId="{4C4D33AD-D36E-9D4D-AFD8-12E4BF7F7486}" srcOrd="7" destOrd="0" presId="urn:microsoft.com/office/officeart/2016/7/layout/RepeatingBendingProcessNew"/>
    <dgm:cxn modelId="{FE4E7033-D9AE-8348-8E8E-DCEE4EEE8527}" type="presParOf" srcId="{4C4D33AD-D36E-9D4D-AFD8-12E4BF7F7486}" destId="{D42FD795-9983-EA49-873E-2E9702F5A0FF}" srcOrd="0" destOrd="0" presId="urn:microsoft.com/office/officeart/2016/7/layout/RepeatingBendingProcessNew"/>
    <dgm:cxn modelId="{6FA08956-2FB5-2F45-B562-2FE05DB769CE}" type="presParOf" srcId="{D6107DC0-0EB9-1E4E-8494-A0BDC36B4C04}" destId="{EBB5E018-CDD1-A541-A264-C43633E311B2}" srcOrd="8" destOrd="0" presId="urn:microsoft.com/office/officeart/2016/7/layout/RepeatingBendingProcessNew"/>
    <dgm:cxn modelId="{261D2454-E58E-8A43-A5EA-5400E392FE60}" type="presParOf" srcId="{D6107DC0-0EB9-1E4E-8494-A0BDC36B4C04}" destId="{D37A6E32-C7E0-D544-981B-C0A18EB68495}" srcOrd="9" destOrd="0" presId="urn:microsoft.com/office/officeart/2016/7/layout/RepeatingBendingProcessNew"/>
    <dgm:cxn modelId="{8B606BBF-6967-AF45-99DC-A865CA45E6A3}" type="presParOf" srcId="{D37A6E32-C7E0-D544-981B-C0A18EB68495}" destId="{6B98B224-713B-B149-900E-B92350A7B100}" srcOrd="0" destOrd="0" presId="urn:microsoft.com/office/officeart/2016/7/layout/RepeatingBendingProcessNew"/>
    <dgm:cxn modelId="{9D36ED90-A924-1B4D-A753-2D911A5BD8FA}" type="presParOf" srcId="{D6107DC0-0EB9-1E4E-8494-A0BDC36B4C04}" destId="{A33E166A-A739-B742-8B44-1878530EED16}" srcOrd="10" destOrd="0" presId="urn:microsoft.com/office/officeart/2016/7/layout/RepeatingBendingProcessNew"/>
    <dgm:cxn modelId="{8F60D2A0-D97D-7049-BE39-284B9144EA3A}" type="presParOf" srcId="{D6107DC0-0EB9-1E4E-8494-A0BDC36B4C04}" destId="{9A177D9F-4C47-CC41-88F2-13ABC54B1AD8}" srcOrd="11" destOrd="0" presId="urn:microsoft.com/office/officeart/2016/7/layout/RepeatingBendingProcessNew"/>
    <dgm:cxn modelId="{09448D73-9FAD-8141-8E20-6828BA884285}" type="presParOf" srcId="{9A177D9F-4C47-CC41-88F2-13ABC54B1AD8}" destId="{6B1B137C-36E3-BF4C-82B5-719B99F475EE}" srcOrd="0" destOrd="0" presId="urn:microsoft.com/office/officeart/2016/7/layout/RepeatingBendingProcessNew"/>
    <dgm:cxn modelId="{BA16B794-9956-7441-A8DC-7ED0DACB467B}" type="presParOf" srcId="{D6107DC0-0EB9-1E4E-8494-A0BDC36B4C04}" destId="{144B1A3F-2942-3F4F-8469-03CD67B0C6D1}" srcOrd="12" destOrd="0" presId="urn:microsoft.com/office/officeart/2016/7/layout/RepeatingBendingProcessNew"/>
    <dgm:cxn modelId="{02C5CDB8-0EE6-7944-B5E3-2F5174D0D28B}" type="presParOf" srcId="{D6107DC0-0EB9-1E4E-8494-A0BDC36B4C04}" destId="{E07F7020-DBDD-094D-A7D7-E84133D202F3}" srcOrd="13" destOrd="0" presId="urn:microsoft.com/office/officeart/2016/7/layout/RepeatingBendingProcessNew"/>
    <dgm:cxn modelId="{87867F0D-797A-454E-8912-D223347D2772}" type="presParOf" srcId="{E07F7020-DBDD-094D-A7D7-E84133D202F3}" destId="{83CDB6B9-9ACD-7A46-B951-5E40E406D4AD}" srcOrd="0" destOrd="0" presId="urn:microsoft.com/office/officeart/2016/7/layout/RepeatingBendingProcessNew"/>
    <dgm:cxn modelId="{5E14DC22-3C4A-1645-8FB7-3001BB842782}" type="presParOf" srcId="{D6107DC0-0EB9-1E4E-8494-A0BDC36B4C04}" destId="{728EB006-A634-ED4D-B145-6283D60D1E29}" srcOrd="14" destOrd="0" presId="urn:microsoft.com/office/officeart/2016/7/layout/RepeatingBendingProcessNew"/>
    <dgm:cxn modelId="{A5993A05-6192-0943-9934-8B3304042424}" type="presParOf" srcId="{D6107DC0-0EB9-1E4E-8494-A0BDC36B4C04}" destId="{264E4EC1-990E-194F-9337-3139ACCFD1A9}" srcOrd="15" destOrd="0" presId="urn:microsoft.com/office/officeart/2016/7/layout/RepeatingBendingProcessNew"/>
    <dgm:cxn modelId="{D07C3933-F0CD-0943-AE5C-237C47B34F94}" type="presParOf" srcId="{264E4EC1-990E-194F-9337-3139ACCFD1A9}" destId="{4EF23443-7042-464A-8992-D60DA0EC3455}" srcOrd="0" destOrd="0" presId="urn:microsoft.com/office/officeart/2016/7/layout/RepeatingBendingProcessNew"/>
    <dgm:cxn modelId="{FC7DA3DA-9188-9141-8A35-EA832E4F97E7}" type="presParOf" srcId="{D6107DC0-0EB9-1E4E-8494-A0BDC36B4C04}" destId="{E7CFE2BB-0C15-6B4B-A80D-496CDDB8D501}" srcOrd="16" destOrd="0" presId="urn:microsoft.com/office/officeart/2016/7/layout/RepeatingBendingProcessNew"/>
    <dgm:cxn modelId="{C9A78DD0-BD6A-B440-B8CE-8F7D24B039E3}" type="presParOf" srcId="{D6107DC0-0EB9-1E4E-8494-A0BDC36B4C04}" destId="{71F0934A-F306-D744-8CCC-992BB98BB3DF}" srcOrd="17" destOrd="0" presId="urn:microsoft.com/office/officeart/2016/7/layout/RepeatingBendingProcessNew"/>
    <dgm:cxn modelId="{B29B8D45-0BF1-A742-B4D0-04E3A5582403}" type="presParOf" srcId="{71F0934A-F306-D744-8CCC-992BB98BB3DF}" destId="{3AF70F84-5224-F146-9382-93063BA86CF5}" srcOrd="0" destOrd="0" presId="urn:microsoft.com/office/officeart/2016/7/layout/RepeatingBendingProcessNew"/>
    <dgm:cxn modelId="{316C3CA5-1D44-E144-A4B7-8897B738A938}" type="presParOf" srcId="{D6107DC0-0EB9-1E4E-8494-A0BDC36B4C04}" destId="{AB94E050-67C2-F441-98BE-372FACF35614}" srcOrd="18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F784BCE-9758-4A4B-805F-9411C507430D}">
      <dsp:nvSpPr>
        <dsp:cNvPr id="0" name=""/>
        <dsp:cNvSpPr/>
      </dsp:nvSpPr>
      <dsp:spPr>
        <a:xfrm>
          <a:off x="0" y="0"/>
          <a:ext cx="5262286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C763D42-1E9F-5546-BACD-DA9203C9B8FB}">
      <dsp:nvSpPr>
        <dsp:cNvPr id="0" name=""/>
        <dsp:cNvSpPr/>
      </dsp:nvSpPr>
      <dsp:spPr>
        <a:xfrm>
          <a:off x="0" y="0"/>
          <a:ext cx="5262286" cy="13963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590" tIns="148590" rIns="148590" bIns="148590" numCol="1" spcCol="1270" anchor="t" anchorCtr="0">
          <a:noAutofit/>
        </a:bodyPr>
        <a:lstStyle/>
        <a:p>
          <a:pPr marL="0" lvl="0" indent="0" algn="l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3900" kern="1200"/>
            <a:t>понятность кода;</a:t>
          </a:r>
          <a:endParaRPr lang="en-US" sz="3900" kern="1200"/>
        </a:p>
      </dsp:txBody>
      <dsp:txXfrm>
        <a:off x="0" y="0"/>
        <a:ext cx="5262286" cy="1396396"/>
      </dsp:txXfrm>
    </dsp:sp>
    <dsp:sp modelId="{B8978499-500E-854E-BE79-A2B0BDA377E2}">
      <dsp:nvSpPr>
        <dsp:cNvPr id="0" name=""/>
        <dsp:cNvSpPr/>
      </dsp:nvSpPr>
      <dsp:spPr>
        <a:xfrm>
          <a:off x="0" y="1396396"/>
          <a:ext cx="5262286" cy="0"/>
        </a:xfrm>
        <a:prstGeom prst="line">
          <a:avLst/>
        </a:prstGeom>
        <a:solidFill>
          <a:schemeClr val="accent2">
            <a:hueOff val="3878592"/>
            <a:satOff val="-23180"/>
            <a:lumOff val="-4641"/>
            <a:alphaOff val="0"/>
          </a:schemeClr>
        </a:solidFill>
        <a:ln w="12700" cap="flat" cmpd="sng" algn="ctr">
          <a:solidFill>
            <a:schemeClr val="accent2">
              <a:hueOff val="3878592"/>
              <a:satOff val="-23180"/>
              <a:lumOff val="-464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2C70EB-BC9F-414D-ADFE-51D48BA32EBC}">
      <dsp:nvSpPr>
        <dsp:cNvPr id="0" name=""/>
        <dsp:cNvSpPr/>
      </dsp:nvSpPr>
      <dsp:spPr>
        <a:xfrm>
          <a:off x="0" y="1396396"/>
          <a:ext cx="5262286" cy="13963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590" tIns="148590" rIns="148590" bIns="148590" numCol="1" spcCol="1270" anchor="t" anchorCtr="0">
          <a:noAutofit/>
        </a:bodyPr>
        <a:lstStyle/>
        <a:p>
          <a:pPr marL="0" lvl="0" indent="0" algn="l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3900" kern="1200"/>
            <a:t>скорость разработки;</a:t>
          </a:r>
          <a:endParaRPr lang="en-US" sz="3900" kern="1200"/>
        </a:p>
      </dsp:txBody>
      <dsp:txXfrm>
        <a:off x="0" y="1396396"/>
        <a:ext cx="5262286" cy="1396396"/>
      </dsp:txXfrm>
    </dsp:sp>
    <dsp:sp modelId="{783BFF62-930B-C848-BCDB-AB4FDEA382D7}">
      <dsp:nvSpPr>
        <dsp:cNvPr id="0" name=""/>
        <dsp:cNvSpPr/>
      </dsp:nvSpPr>
      <dsp:spPr>
        <a:xfrm>
          <a:off x="0" y="2792792"/>
          <a:ext cx="5262286" cy="0"/>
        </a:xfrm>
        <a:prstGeom prst="line">
          <a:avLst/>
        </a:prstGeom>
        <a:solidFill>
          <a:schemeClr val="accent2">
            <a:hueOff val="7757184"/>
            <a:satOff val="-46361"/>
            <a:lumOff val="-9281"/>
            <a:alphaOff val="0"/>
          </a:schemeClr>
        </a:solidFill>
        <a:ln w="12700" cap="flat" cmpd="sng" algn="ctr">
          <a:solidFill>
            <a:schemeClr val="accent2">
              <a:hueOff val="7757184"/>
              <a:satOff val="-46361"/>
              <a:lumOff val="-928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122C90-1546-7449-A761-5F42BD1FEBBE}">
      <dsp:nvSpPr>
        <dsp:cNvPr id="0" name=""/>
        <dsp:cNvSpPr/>
      </dsp:nvSpPr>
      <dsp:spPr>
        <a:xfrm>
          <a:off x="0" y="2792792"/>
          <a:ext cx="5262286" cy="13963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590" tIns="148590" rIns="148590" bIns="148590" numCol="1" spcCol="1270" anchor="t" anchorCtr="0">
          <a:noAutofit/>
        </a:bodyPr>
        <a:lstStyle/>
        <a:p>
          <a:pPr marL="0" lvl="0" indent="0" algn="l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3900" kern="1200"/>
            <a:t>удобство совместной работы;</a:t>
          </a:r>
          <a:endParaRPr lang="en-US" sz="3900" kern="1200"/>
        </a:p>
      </dsp:txBody>
      <dsp:txXfrm>
        <a:off x="0" y="2792792"/>
        <a:ext cx="5262286" cy="1396396"/>
      </dsp:txXfrm>
    </dsp:sp>
    <dsp:sp modelId="{F569F660-3BFD-B044-896A-85E5706A6DCA}">
      <dsp:nvSpPr>
        <dsp:cNvPr id="0" name=""/>
        <dsp:cNvSpPr/>
      </dsp:nvSpPr>
      <dsp:spPr>
        <a:xfrm>
          <a:off x="0" y="4189188"/>
          <a:ext cx="5262286" cy="0"/>
        </a:xfrm>
        <a:prstGeom prst="line">
          <a:avLst/>
        </a:prstGeom>
        <a:solidFill>
          <a:schemeClr val="accent2">
            <a:hueOff val="11635777"/>
            <a:satOff val="-69541"/>
            <a:lumOff val="-13922"/>
            <a:alphaOff val="0"/>
          </a:schemeClr>
        </a:solidFill>
        <a:ln w="12700" cap="flat" cmpd="sng" algn="ctr">
          <a:solidFill>
            <a:schemeClr val="accent2">
              <a:hueOff val="11635777"/>
              <a:satOff val="-69541"/>
              <a:lumOff val="-1392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A3B5374-5C11-EC4E-BE71-8B23466F3D8C}">
      <dsp:nvSpPr>
        <dsp:cNvPr id="0" name=""/>
        <dsp:cNvSpPr/>
      </dsp:nvSpPr>
      <dsp:spPr>
        <a:xfrm>
          <a:off x="0" y="4189188"/>
          <a:ext cx="5262286" cy="13963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590" tIns="148590" rIns="148590" bIns="148590" numCol="1" spcCol="1270" anchor="t" anchorCtr="0">
          <a:noAutofit/>
        </a:bodyPr>
        <a:lstStyle/>
        <a:p>
          <a:pPr marL="0" lvl="0" indent="0" algn="l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3900" kern="1200"/>
            <a:t>масштабируемость проекта.</a:t>
          </a:r>
          <a:endParaRPr lang="en-US" sz="3900" kern="1200"/>
        </a:p>
      </dsp:txBody>
      <dsp:txXfrm>
        <a:off x="0" y="4189188"/>
        <a:ext cx="5262286" cy="139639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F29E6E4-40AD-2C43-B5C0-EE1102EE178F}">
      <dsp:nvSpPr>
        <dsp:cNvPr id="0" name=""/>
        <dsp:cNvSpPr/>
      </dsp:nvSpPr>
      <dsp:spPr>
        <a:xfrm>
          <a:off x="3279" y="0"/>
          <a:ext cx="2601713" cy="3441303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2840" tIns="330200" rIns="202840" bIns="33020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700" b="1" kern="1200"/>
            <a:t>Разделение по функциям</a:t>
          </a:r>
          <a:r>
            <a:rPr lang="ru-RU" sz="1700" kern="1200"/>
            <a:t> — логику, интерфейс и данные хранить отдельно.</a:t>
          </a:r>
          <a:endParaRPr lang="en-US" sz="1700" kern="1200"/>
        </a:p>
      </dsp:txBody>
      <dsp:txXfrm>
        <a:off x="3279" y="1307695"/>
        <a:ext cx="2601713" cy="2064781"/>
      </dsp:txXfrm>
    </dsp:sp>
    <dsp:sp modelId="{2EA61404-8289-F743-89DA-714609D0CE43}">
      <dsp:nvSpPr>
        <dsp:cNvPr id="0" name=""/>
        <dsp:cNvSpPr/>
      </dsp:nvSpPr>
      <dsp:spPr>
        <a:xfrm>
          <a:off x="787940" y="344130"/>
          <a:ext cx="1032390" cy="1032390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489" tIns="12700" rIns="80489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1</a:t>
          </a:r>
        </a:p>
      </dsp:txBody>
      <dsp:txXfrm>
        <a:off x="939130" y="495320"/>
        <a:ext cx="730010" cy="730010"/>
      </dsp:txXfrm>
    </dsp:sp>
    <dsp:sp modelId="{3A516172-D513-F546-A762-822BDECC83F7}">
      <dsp:nvSpPr>
        <dsp:cNvPr id="0" name=""/>
        <dsp:cNvSpPr/>
      </dsp:nvSpPr>
      <dsp:spPr>
        <a:xfrm>
          <a:off x="3279" y="3441231"/>
          <a:ext cx="2601713" cy="72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EFB597-D14B-3242-A9C2-219D184B8207}">
      <dsp:nvSpPr>
        <dsp:cNvPr id="0" name=""/>
        <dsp:cNvSpPr/>
      </dsp:nvSpPr>
      <dsp:spPr>
        <a:xfrm>
          <a:off x="2865164" y="0"/>
          <a:ext cx="2601713" cy="3441303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2840" tIns="330200" rIns="202840" bIns="33020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700" b="1" kern="1200"/>
            <a:t>Минимальная вложенность</a:t>
          </a:r>
          <a:r>
            <a:rPr lang="ru-RU" sz="1700" kern="1200"/>
            <a:t> — избегать слишком глубокой структуры.</a:t>
          </a:r>
          <a:endParaRPr lang="en-US" sz="1700" kern="1200"/>
        </a:p>
      </dsp:txBody>
      <dsp:txXfrm>
        <a:off x="2865164" y="1307695"/>
        <a:ext cx="2601713" cy="2064781"/>
      </dsp:txXfrm>
    </dsp:sp>
    <dsp:sp modelId="{EC187D10-E2BD-764F-BB4E-B8CF000FDB19}">
      <dsp:nvSpPr>
        <dsp:cNvPr id="0" name=""/>
        <dsp:cNvSpPr/>
      </dsp:nvSpPr>
      <dsp:spPr>
        <a:xfrm>
          <a:off x="3649825" y="344130"/>
          <a:ext cx="1032390" cy="1032390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489" tIns="12700" rIns="80489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2</a:t>
          </a:r>
        </a:p>
      </dsp:txBody>
      <dsp:txXfrm>
        <a:off x="3801015" y="495320"/>
        <a:ext cx="730010" cy="730010"/>
      </dsp:txXfrm>
    </dsp:sp>
    <dsp:sp modelId="{3A205B5A-2D36-D747-9339-33EF004A0F61}">
      <dsp:nvSpPr>
        <dsp:cNvPr id="0" name=""/>
        <dsp:cNvSpPr/>
      </dsp:nvSpPr>
      <dsp:spPr>
        <a:xfrm>
          <a:off x="2865164" y="3441231"/>
          <a:ext cx="2601713" cy="72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FB30C86-8780-C143-A944-7BC725F08810}">
      <dsp:nvSpPr>
        <dsp:cNvPr id="0" name=""/>
        <dsp:cNvSpPr/>
      </dsp:nvSpPr>
      <dsp:spPr>
        <a:xfrm>
          <a:off x="5727048" y="0"/>
          <a:ext cx="2601713" cy="3441303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2840" tIns="330200" rIns="202840" bIns="33020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700" b="1" kern="1200"/>
            <a:t>Модульность</a:t>
          </a:r>
          <a:r>
            <a:rPr lang="ru-RU" sz="1700" kern="1200"/>
            <a:t> — каждая папка отвечает за определённый компонент или модуль.</a:t>
          </a:r>
          <a:endParaRPr lang="en-US" sz="1700" kern="1200"/>
        </a:p>
      </dsp:txBody>
      <dsp:txXfrm>
        <a:off x="5727048" y="1307695"/>
        <a:ext cx="2601713" cy="2064781"/>
      </dsp:txXfrm>
    </dsp:sp>
    <dsp:sp modelId="{352EE66E-AF63-C74A-8D32-2712E5DA827D}">
      <dsp:nvSpPr>
        <dsp:cNvPr id="0" name=""/>
        <dsp:cNvSpPr/>
      </dsp:nvSpPr>
      <dsp:spPr>
        <a:xfrm>
          <a:off x="6511709" y="344130"/>
          <a:ext cx="1032390" cy="1032390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489" tIns="12700" rIns="80489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3</a:t>
          </a:r>
        </a:p>
      </dsp:txBody>
      <dsp:txXfrm>
        <a:off x="6662899" y="495320"/>
        <a:ext cx="730010" cy="730010"/>
      </dsp:txXfrm>
    </dsp:sp>
    <dsp:sp modelId="{71A55FD2-488A-D744-840E-C7EFCF23309C}">
      <dsp:nvSpPr>
        <dsp:cNvPr id="0" name=""/>
        <dsp:cNvSpPr/>
      </dsp:nvSpPr>
      <dsp:spPr>
        <a:xfrm>
          <a:off x="5727048" y="3441231"/>
          <a:ext cx="2601713" cy="72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131B14C-3F86-F444-B5C1-E403435EE85E}">
      <dsp:nvSpPr>
        <dsp:cNvPr id="0" name=""/>
        <dsp:cNvSpPr/>
      </dsp:nvSpPr>
      <dsp:spPr>
        <a:xfrm>
          <a:off x="8588933" y="0"/>
          <a:ext cx="2601713" cy="3441303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2840" tIns="330200" rIns="202840" bIns="33020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700" b="1" kern="1200"/>
            <a:t>Документация</a:t>
          </a:r>
          <a:r>
            <a:rPr lang="ru-RU" sz="1700" kern="1200"/>
            <a:t> — </a:t>
          </a:r>
          <a:r>
            <a:rPr lang="en-US" sz="1700" kern="1200"/>
            <a:t>README-</a:t>
          </a:r>
          <a:r>
            <a:rPr lang="ru-RU" sz="1700" kern="1200"/>
            <a:t>файл в корне каждой крупной директории</a:t>
          </a:r>
          <a:endParaRPr lang="en-US" sz="1700" kern="1200"/>
        </a:p>
      </dsp:txBody>
      <dsp:txXfrm>
        <a:off x="8588933" y="1307695"/>
        <a:ext cx="2601713" cy="2064781"/>
      </dsp:txXfrm>
    </dsp:sp>
    <dsp:sp modelId="{6C702A75-7CDF-E543-8A4A-7ADDF8FFEC13}">
      <dsp:nvSpPr>
        <dsp:cNvPr id="0" name=""/>
        <dsp:cNvSpPr/>
      </dsp:nvSpPr>
      <dsp:spPr>
        <a:xfrm>
          <a:off x="9373594" y="344130"/>
          <a:ext cx="1032390" cy="1032390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489" tIns="12700" rIns="80489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4</a:t>
          </a:r>
        </a:p>
      </dsp:txBody>
      <dsp:txXfrm>
        <a:off x="9524784" y="495320"/>
        <a:ext cx="730010" cy="730010"/>
      </dsp:txXfrm>
    </dsp:sp>
    <dsp:sp modelId="{BCA3A233-58BD-A849-B2D4-CDC090F224F4}">
      <dsp:nvSpPr>
        <dsp:cNvPr id="0" name=""/>
        <dsp:cNvSpPr/>
      </dsp:nvSpPr>
      <dsp:spPr>
        <a:xfrm>
          <a:off x="8588933" y="3441231"/>
          <a:ext cx="2601713" cy="72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124F4FD-18C1-F74E-BA08-E1F17331B5BB}">
      <dsp:nvSpPr>
        <dsp:cNvPr id="0" name=""/>
        <dsp:cNvSpPr/>
      </dsp:nvSpPr>
      <dsp:spPr>
        <a:xfrm>
          <a:off x="316459" y="1537"/>
          <a:ext cx="4606022" cy="292482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59C39C6-EC8C-0245-A90F-56198AE44124}">
      <dsp:nvSpPr>
        <dsp:cNvPr id="0" name=""/>
        <dsp:cNvSpPr/>
      </dsp:nvSpPr>
      <dsp:spPr>
        <a:xfrm>
          <a:off x="828239" y="487729"/>
          <a:ext cx="4606022" cy="292482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KZ" sz="1800" kern="1200"/>
            <a:t>По предмету шаблонное проектирование задания называются модулями</a:t>
          </a:r>
          <a:r>
            <a:rPr lang="en-US" sz="1800" kern="1200"/>
            <a:t>, </a:t>
          </a:r>
          <a:r>
            <a:rPr lang="ru-RU" sz="1800" kern="1200"/>
            <a:t>а в каждом модуле есть – </a:t>
          </a:r>
          <a:r>
            <a:rPr lang="en-US" sz="1800" kern="1200"/>
            <a:t>“</a:t>
          </a:r>
          <a:r>
            <a:rPr lang="ru-RU" sz="1800" kern="1200"/>
            <a:t>домашняя работа</a:t>
          </a:r>
          <a:r>
            <a:rPr lang="en-US" sz="1800" kern="1200"/>
            <a:t>”, “</a:t>
          </a:r>
          <a:r>
            <a:rPr lang="ru-RU" sz="1800" kern="1200"/>
            <a:t>практическая работа</a:t>
          </a:r>
          <a:r>
            <a:rPr lang="en-US" sz="1800" kern="1200"/>
            <a:t>”, “</a:t>
          </a:r>
          <a:r>
            <a:rPr lang="ru-RU" sz="1800" kern="1200"/>
            <a:t>лабораторная работа</a:t>
          </a:r>
          <a:r>
            <a:rPr lang="en-US" sz="1800" kern="1200"/>
            <a:t>” </a:t>
          </a:r>
          <a:r>
            <a:rPr lang="ru-RU" sz="1800" kern="1200"/>
            <a:t>берем эту за основу и начинаем додумывать как же мы можем создать архитектуру</a:t>
          </a:r>
          <a:r>
            <a:rPr lang="en-US" sz="1800" kern="1200"/>
            <a:t>. </a:t>
          </a:r>
          <a:br>
            <a:rPr lang="ru-RU" sz="1800" kern="1200"/>
          </a:br>
          <a:r>
            <a:rPr lang="ru-RU" sz="1800" kern="1200"/>
            <a:t>Чтобы не потеряться, всё, что относится к одному модулю, должно лежать в одной папке.</a:t>
          </a:r>
          <a:endParaRPr lang="en-US" sz="1800" kern="1200"/>
        </a:p>
      </dsp:txBody>
      <dsp:txXfrm>
        <a:off x="913904" y="573394"/>
        <a:ext cx="4434692" cy="2753494"/>
      </dsp:txXfrm>
    </dsp:sp>
    <dsp:sp modelId="{8942E6AD-CC59-AA41-85BC-B7FF01628D27}">
      <dsp:nvSpPr>
        <dsp:cNvPr id="0" name=""/>
        <dsp:cNvSpPr/>
      </dsp:nvSpPr>
      <dsp:spPr>
        <a:xfrm>
          <a:off x="5946042" y="1537"/>
          <a:ext cx="4606022" cy="292482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A24D4B-2A9F-3241-84F1-87F3EC91B3FD}">
      <dsp:nvSpPr>
        <dsp:cNvPr id="0" name=""/>
        <dsp:cNvSpPr/>
      </dsp:nvSpPr>
      <dsp:spPr>
        <a:xfrm>
          <a:off x="6457822" y="487729"/>
          <a:ext cx="4606022" cy="292482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800" kern="1200"/>
            <a:t>Первый из вариантов это создавать папку и называть ее </a:t>
          </a:r>
          <a:r>
            <a:rPr lang="en-US" sz="1800" kern="1200"/>
            <a:t>– module_01. </a:t>
          </a:r>
          <a:r>
            <a:rPr lang="ru-RU" sz="1800" kern="1200"/>
            <a:t>Внутри </a:t>
          </a:r>
          <a:r>
            <a:rPr lang="en-US" sz="1800" kern="1200"/>
            <a:t>module_01 </a:t>
          </a:r>
          <a:r>
            <a:rPr lang="ru-RU" sz="1800" kern="1200"/>
            <a:t>создаются три папки:</a:t>
          </a:r>
          <a:r>
            <a:rPr lang="en-US" sz="1800" kern="1200"/>
            <a:t> module_01/homework/practice/lab/</a:t>
          </a:r>
          <a:br>
            <a:rPr lang="en-US" sz="1800" kern="1200"/>
          </a:br>
          <a:r>
            <a:rPr lang="ru-RU" sz="1800" kern="1200"/>
            <a:t>Внутри каждой папки создаём файл с исходным кодом</a:t>
          </a:r>
          <a:r>
            <a:rPr lang="en-US" sz="1800" kern="1200"/>
            <a:t> </a:t>
          </a:r>
        </a:p>
      </dsp:txBody>
      <dsp:txXfrm>
        <a:off x="6543487" y="573394"/>
        <a:ext cx="4434692" cy="275349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BD39F7-511B-2740-BD59-EABEF31817BF}">
      <dsp:nvSpPr>
        <dsp:cNvPr id="0" name=""/>
        <dsp:cNvSpPr/>
      </dsp:nvSpPr>
      <dsp:spPr>
        <a:xfrm>
          <a:off x="1986279" y="1317459"/>
          <a:ext cx="42501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25011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187395" y="1360899"/>
        <a:ext cx="22780" cy="4560"/>
      </dsp:txXfrm>
    </dsp:sp>
    <dsp:sp modelId="{B048E2C5-AB79-B741-81C1-068551718180}">
      <dsp:nvSpPr>
        <dsp:cNvPr id="0" name=""/>
        <dsp:cNvSpPr/>
      </dsp:nvSpPr>
      <dsp:spPr>
        <a:xfrm>
          <a:off x="7161" y="768904"/>
          <a:ext cx="1980918" cy="118855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7067" tIns="101889" rIns="97067" bIns="10188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200" kern="1200"/>
            <a:t>После того как мы создали структуру для первого модуля, можно сказать, что </a:t>
          </a:r>
          <a:r>
            <a:rPr lang="ru-RU" sz="1200" b="1" kern="1200"/>
            <a:t>архитектура проекта успешно сформирована</a:t>
          </a:r>
          <a:r>
            <a:rPr lang="ru-RU" sz="1200" kern="1200"/>
            <a:t>.</a:t>
          </a:r>
          <a:endParaRPr lang="en-US" sz="1200" kern="1200"/>
        </a:p>
      </dsp:txBody>
      <dsp:txXfrm>
        <a:off x="7161" y="768904"/>
        <a:ext cx="1980918" cy="1188550"/>
      </dsp:txXfrm>
    </dsp:sp>
    <dsp:sp modelId="{08BE9089-3843-BA46-8D9C-570BA0B11367}">
      <dsp:nvSpPr>
        <dsp:cNvPr id="0" name=""/>
        <dsp:cNvSpPr/>
      </dsp:nvSpPr>
      <dsp:spPr>
        <a:xfrm>
          <a:off x="4422809" y="1317459"/>
          <a:ext cx="42501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25011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623924" y="1360899"/>
        <a:ext cx="22780" cy="4560"/>
      </dsp:txXfrm>
    </dsp:sp>
    <dsp:sp modelId="{6CF89FB8-0497-8744-8EEE-4D96CD00B9E0}">
      <dsp:nvSpPr>
        <dsp:cNvPr id="0" name=""/>
        <dsp:cNvSpPr/>
      </dsp:nvSpPr>
      <dsp:spPr>
        <a:xfrm>
          <a:off x="2443691" y="768904"/>
          <a:ext cx="1980918" cy="118855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7067" tIns="101889" rIns="97067" bIns="10188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200" kern="1200"/>
            <a:t>У вас теперь есть понятная, аккуратная и единообразная система, по которой будут оформляться все остальные модули.</a:t>
          </a:r>
          <a:endParaRPr lang="en-US" sz="1200" kern="1200"/>
        </a:p>
      </dsp:txBody>
      <dsp:txXfrm>
        <a:off x="2443691" y="768904"/>
        <a:ext cx="1980918" cy="1188550"/>
      </dsp:txXfrm>
    </dsp:sp>
    <dsp:sp modelId="{A2D1B7A7-66FF-9E46-B121-8ADB8315EDD5}">
      <dsp:nvSpPr>
        <dsp:cNvPr id="0" name=""/>
        <dsp:cNvSpPr/>
      </dsp:nvSpPr>
      <dsp:spPr>
        <a:xfrm>
          <a:off x="6859338" y="1317459"/>
          <a:ext cx="42501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25011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7060454" y="1360899"/>
        <a:ext cx="22780" cy="4560"/>
      </dsp:txXfrm>
    </dsp:sp>
    <dsp:sp modelId="{D6B4B9DB-F063-6840-98AC-42B612E3B0DD}">
      <dsp:nvSpPr>
        <dsp:cNvPr id="0" name=""/>
        <dsp:cNvSpPr/>
      </dsp:nvSpPr>
      <dsp:spPr>
        <a:xfrm>
          <a:off x="4880220" y="768904"/>
          <a:ext cx="1980918" cy="118855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7067" tIns="101889" rIns="97067" bIns="10188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200" kern="1200"/>
            <a:t>Чтобы завершить настройку:</a:t>
          </a:r>
          <a:endParaRPr lang="en-US" sz="1200" kern="1200"/>
        </a:p>
      </dsp:txBody>
      <dsp:txXfrm>
        <a:off x="4880220" y="768904"/>
        <a:ext cx="1980918" cy="1188550"/>
      </dsp:txXfrm>
    </dsp:sp>
    <dsp:sp modelId="{4C4D33AD-D36E-9D4D-AFD8-12E4BF7F7486}">
      <dsp:nvSpPr>
        <dsp:cNvPr id="0" name=""/>
        <dsp:cNvSpPr/>
      </dsp:nvSpPr>
      <dsp:spPr>
        <a:xfrm>
          <a:off x="9295868" y="1317459"/>
          <a:ext cx="42501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25011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9496983" y="1360899"/>
        <a:ext cx="22780" cy="4560"/>
      </dsp:txXfrm>
    </dsp:sp>
    <dsp:sp modelId="{54998760-1E6A-6E46-83A4-6FFBE360C655}">
      <dsp:nvSpPr>
        <dsp:cNvPr id="0" name=""/>
        <dsp:cNvSpPr/>
      </dsp:nvSpPr>
      <dsp:spPr>
        <a:xfrm>
          <a:off x="7316750" y="768904"/>
          <a:ext cx="1980918" cy="118855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7067" tIns="101889" rIns="97067" bIns="10188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200" kern="1200"/>
            <a:t>Убедитесь, что папки и файлы созданы именно в таком виде.</a:t>
          </a:r>
          <a:endParaRPr lang="en-US" sz="1200" kern="1200"/>
        </a:p>
      </dsp:txBody>
      <dsp:txXfrm>
        <a:off x="7316750" y="768904"/>
        <a:ext cx="1980918" cy="1188550"/>
      </dsp:txXfrm>
    </dsp:sp>
    <dsp:sp modelId="{D37A6E32-C7E0-D544-981B-C0A18EB68495}">
      <dsp:nvSpPr>
        <dsp:cNvPr id="0" name=""/>
        <dsp:cNvSpPr/>
      </dsp:nvSpPr>
      <dsp:spPr>
        <a:xfrm>
          <a:off x="997620" y="1955655"/>
          <a:ext cx="9746118" cy="425011"/>
        </a:xfrm>
        <a:custGeom>
          <a:avLst/>
          <a:gdLst/>
          <a:ahLst/>
          <a:cxnLst/>
          <a:rect l="0" t="0" r="0" b="0"/>
          <a:pathLst>
            <a:path>
              <a:moveTo>
                <a:pt x="9746118" y="0"/>
              </a:moveTo>
              <a:lnTo>
                <a:pt x="9746118" y="229605"/>
              </a:lnTo>
              <a:lnTo>
                <a:pt x="0" y="229605"/>
              </a:lnTo>
              <a:lnTo>
                <a:pt x="0" y="425011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626760" y="2165880"/>
        <a:ext cx="487838" cy="4560"/>
      </dsp:txXfrm>
    </dsp:sp>
    <dsp:sp modelId="{EBB5E018-CDD1-A541-A264-C43633E311B2}">
      <dsp:nvSpPr>
        <dsp:cNvPr id="0" name=""/>
        <dsp:cNvSpPr/>
      </dsp:nvSpPr>
      <dsp:spPr>
        <a:xfrm>
          <a:off x="9753279" y="768904"/>
          <a:ext cx="1980918" cy="118855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7067" tIns="101889" rIns="97067" bIns="10188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200" kern="1200"/>
            <a:t>Сохраните изменения в репозитории (</a:t>
          </a:r>
          <a:r>
            <a:rPr lang="en-US" sz="1200" kern="1200"/>
            <a:t>Ctrl + S </a:t>
          </a:r>
          <a:r>
            <a:rPr lang="ru-RU" sz="1200" kern="1200"/>
            <a:t>или авто-сохранение).</a:t>
          </a:r>
          <a:endParaRPr lang="en-US" sz="1200" kern="1200"/>
        </a:p>
      </dsp:txBody>
      <dsp:txXfrm>
        <a:off x="9753279" y="768904"/>
        <a:ext cx="1980918" cy="1188550"/>
      </dsp:txXfrm>
    </dsp:sp>
    <dsp:sp modelId="{9A177D9F-4C47-CC41-88F2-13ABC54B1AD8}">
      <dsp:nvSpPr>
        <dsp:cNvPr id="0" name=""/>
        <dsp:cNvSpPr/>
      </dsp:nvSpPr>
      <dsp:spPr>
        <a:xfrm>
          <a:off x="1986279" y="2961622"/>
          <a:ext cx="42501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25011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187395" y="3005061"/>
        <a:ext cx="22780" cy="4560"/>
      </dsp:txXfrm>
    </dsp:sp>
    <dsp:sp modelId="{A33E166A-A739-B742-8B44-1878530EED16}">
      <dsp:nvSpPr>
        <dsp:cNvPr id="0" name=""/>
        <dsp:cNvSpPr/>
      </dsp:nvSpPr>
      <dsp:spPr>
        <a:xfrm>
          <a:off x="7161" y="2413066"/>
          <a:ext cx="1980918" cy="118855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7067" tIns="101889" rIns="97067" bIns="10188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200" kern="1200"/>
            <a:t>При необходимости сделайте первый коммит:</a:t>
          </a:r>
          <a:endParaRPr lang="en-US" sz="1200" kern="1200"/>
        </a:p>
      </dsp:txBody>
      <dsp:txXfrm>
        <a:off x="7161" y="2413066"/>
        <a:ext cx="1980918" cy="1188550"/>
      </dsp:txXfrm>
    </dsp:sp>
    <dsp:sp modelId="{E07F7020-DBDD-094D-A7D7-E84133D202F3}">
      <dsp:nvSpPr>
        <dsp:cNvPr id="0" name=""/>
        <dsp:cNvSpPr/>
      </dsp:nvSpPr>
      <dsp:spPr>
        <a:xfrm>
          <a:off x="4422809" y="2961622"/>
          <a:ext cx="42501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25011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623924" y="3005061"/>
        <a:ext cx="22780" cy="4560"/>
      </dsp:txXfrm>
    </dsp:sp>
    <dsp:sp modelId="{144B1A3F-2942-3F4F-8469-03CD67B0C6D1}">
      <dsp:nvSpPr>
        <dsp:cNvPr id="0" name=""/>
        <dsp:cNvSpPr/>
      </dsp:nvSpPr>
      <dsp:spPr>
        <a:xfrm>
          <a:off x="2443691" y="2413066"/>
          <a:ext cx="1980918" cy="118855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7067" tIns="101889" rIns="97067" bIns="10188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200" kern="1200" dirty="0"/>
            <a:t>откройте вкладку </a:t>
          </a:r>
          <a:r>
            <a:rPr lang="en-US" sz="1200" kern="1200" dirty="0"/>
            <a:t>Terminal</a:t>
          </a:r>
        </a:p>
      </dsp:txBody>
      <dsp:txXfrm>
        <a:off x="2443691" y="2413066"/>
        <a:ext cx="1980918" cy="1188550"/>
      </dsp:txXfrm>
    </dsp:sp>
    <dsp:sp modelId="{264E4EC1-990E-194F-9337-3139ACCFD1A9}">
      <dsp:nvSpPr>
        <dsp:cNvPr id="0" name=""/>
        <dsp:cNvSpPr/>
      </dsp:nvSpPr>
      <dsp:spPr>
        <a:xfrm>
          <a:off x="7185992" y="2961622"/>
          <a:ext cx="42501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25011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7387107" y="3005061"/>
        <a:ext cx="22780" cy="4560"/>
      </dsp:txXfrm>
    </dsp:sp>
    <dsp:sp modelId="{728EB006-A634-ED4D-B145-6283D60D1E29}">
      <dsp:nvSpPr>
        <dsp:cNvPr id="0" name=""/>
        <dsp:cNvSpPr/>
      </dsp:nvSpPr>
      <dsp:spPr>
        <a:xfrm>
          <a:off x="4880220" y="2413066"/>
          <a:ext cx="2307571" cy="118855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7067" tIns="101889" rIns="97067" bIns="10188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200" kern="1200" dirty="0"/>
            <a:t>Напишите код </a:t>
          </a:r>
          <a:r>
            <a:rPr lang="en-US" sz="1200" kern="1200" dirty="0">
              <a:sym typeface="Wingdings" pitchFamily="2" charset="2"/>
            </a:rPr>
            <a:t> “git add .”  “git commit –m “</a:t>
          </a:r>
          <a:r>
            <a:rPr lang="ru-RU" sz="1200" kern="1200" dirty="0">
              <a:sym typeface="Wingdings" pitchFamily="2" charset="2"/>
            </a:rPr>
            <a:t>комментарий</a:t>
          </a:r>
          <a:r>
            <a:rPr lang="en-US" sz="1200" kern="1200" dirty="0">
              <a:sym typeface="Wingdings" pitchFamily="2" charset="2"/>
            </a:rPr>
            <a:t>”</a:t>
          </a:r>
          <a:endParaRPr lang="en-US" sz="1200" kern="1200" dirty="0"/>
        </a:p>
      </dsp:txBody>
      <dsp:txXfrm>
        <a:off x="4880220" y="2413066"/>
        <a:ext cx="2307571" cy="1188550"/>
      </dsp:txXfrm>
    </dsp:sp>
    <dsp:sp modelId="{71F0934A-F306-D744-8CCC-992BB98BB3DF}">
      <dsp:nvSpPr>
        <dsp:cNvPr id="0" name=""/>
        <dsp:cNvSpPr/>
      </dsp:nvSpPr>
      <dsp:spPr>
        <a:xfrm>
          <a:off x="9622521" y="2961622"/>
          <a:ext cx="42501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25011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9823637" y="3005061"/>
        <a:ext cx="22780" cy="4560"/>
      </dsp:txXfrm>
    </dsp:sp>
    <dsp:sp modelId="{E7CFE2BB-0C15-6B4B-A80D-496CDDB8D501}">
      <dsp:nvSpPr>
        <dsp:cNvPr id="0" name=""/>
        <dsp:cNvSpPr/>
      </dsp:nvSpPr>
      <dsp:spPr>
        <a:xfrm>
          <a:off x="7643403" y="2413066"/>
          <a:ext cx="1980918" cy="118855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7067" tIns="101889" rIns="97067" bIns="10188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200" kern="1200" dirty="0"/>
            <a:t>Пропишите – </a:t>
          </a:r>
          <a:r>
            <a:rPr lang="en-US" sz="1200" kern="1200" dirty="0"/>
            <a:t>“git push” </a:t>
          </a:r>
          <a:r>
            <a:rPr lang="ru-RU" sz="1200" kern="1200" dirty="0"/>
            <a:t>и проверяем </a:t>
          </a:r>
          <a:r>
            <a:rPr lang="en-US" sz="1200" kern="1200" dirty="0"/>
            <a:t>GitHub</a:t>
          </a:r>
        </a:p>
      </dsp:txBody>
      <dsp:txXfrm>
        <a:off x="7643403" y="2413066"/>
        <a:ext cx="1980918" cy="1188550"/>
      </dsp:txXfrm>
    </dsp:sp>
    <dsp:sp modelId="{AB94E050-67C2-F441-98BE-372FACF35614}">
      <dsp:nvSpPr>
        <dsp:cNvPr id="0" name=""/>
        <dsp:cNvSpPr/>
      </dsp:nvSpPr>
      <dsp:spPr>
        <a:xfrm>
          <a:off x="10079933" y="2413066"/>
          <a:ext cx="1980918" cy="118855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7067" tIns="101889" rIns="97067" bIns="10188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200" kern="1200" dirty="0"/>
            <a:t>После того как в </a:t>
          </a:r>
          <a:r>
            <a:rPr lang="en-US" sz="1200" kern="1200" dirty="0"/>
            <a:t>GitHub </a:t>
          </a:r>
          <a:r>
            <a:rPr lang="ru-RU" sz="1200" kern="1200" dirty="0"/>
            <a:t>появились папки вы радуетесь тем что правильно сделали все инструкции</a:t>
          </a:r>
          <a:endParaRPr lang="en-US" sz="1200" kern="1200" dirty="0"/>
        </a:p>
      </dsp:txBody>
      <dsp:txXfrm>
        <a:off x="10079933" y="2413066"/>
        <a:ext cx="1980918" cy="118855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50666DC1-CD27-4874-9484-9D06C59FE4D0}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777579F-F417-47C2-AC03-911CCED021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4552" y="447675"/>
            <a:ext cx="8397511" cy="2714625"/>
          </a:xfrm>
        </p:spPr>
        <p:txBody>
          <a:bodyPr anchor="b">
            <a:normAutofit/>
          </a:bodyPr>
          <a:lstStyle>
            <a:lvl1pPr algn="l"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43E600-28DA-4780-9E00-2E12F74FF6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4552" y="3602037"/>
            <a:ext cx="8397511" cy="2460625"/>
          </a:xfrm>
        </p:spPr>
        <p:txBody>
          <a:bodyPr>
            <a:normAutofit/>
          </a:bodyPr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E6F1DC-ADFB-42C9-AB34-FCB38C8123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538219-6E45-4D12-B767-46F92D5844D4}" type="datetime1">
              <a:rPr lang="en-US" smtClean="0"/>
              <a:t>12/8/25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799E6D-BBA8-4A15-94DA-DBE8A4FDE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803C82-8719-4FAC-94BF-2A91335FB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8383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9CF16-986E-4D90-AA40-CDB46E233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6F14DA-A783-43BC-8F15-95408B89DE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8C48B6-C394-452A-94D9-D4802755D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296A2-D8F0-4E17-BFD0-A6C902250D59}" type="datetime1">
              <a:rPr lang="en-US" smtClean="0"/>
              <a:t>12/8/25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858A8A-3DD0-41C8-9F48-F4309FA195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706C92-7C02-4D34-B3E5-D549A7A36B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8241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266F9FA-E6B8-4CFC-B3F1-0C075546EE33}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F16F270-B2AA-4935-885F-5924B1F63A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552" y="457200"/>
            <a:ext cx="10862898" cy="272415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22658E-3D87-4D5A-A602-847153CC48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84552" y="3695701"/>
            <a:ext cx="10862898" cy="2393950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AB1D84-A229-45B1-BD42-0DC0CE9F8D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108C9C-1ACB-4C84-A002-C7E0E45B937A}" type="datetime1">
              <a:rPr lang="en-US" smtClean="0"/>
              <a:t>12/8/25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64EEF4-D461-49D7-8F24-8BFE2444B6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44055A-7488-4646-9E88-692036EA2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166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0F1F74-ED26-4F8B-BF51-3533D8404E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552" y="365760"/>
            <a:ext cx="11264536" cy="168751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01D2D7-7F18-43E0-9B2E-3FCD83CC83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84552" y="2552699"/>
            <a:ext cx="5323703" cy="3624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BBB66-EB7D-4F8C-9C78-1D1C888464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70162" y="2552699"/>
            <a:ext cx="5323703" cy="3624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A684E6-393D-4587-AA45-E6734FB47A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9AF2A5-B297-4977-9E5B-4D3050E23689}" type="datetime1">
              <a:rPr lang="en-US" smtClean="0"/>
              <a:t>12/8/25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1D8EE0-0333-4ABC-AE18-10DD5071C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452369-A8F0-4709-8372-B420A67DB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9713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91592-4621-4D72-BC2D-F2C439F81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552" y="365759"/>
            <a:ext cx="10870836" cy="16916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B823F5-0A90-4666-BE88-2BE0D0A616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84552" y="2436473"/>
            <a:ext cx="5332026" cy="82391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EC6A7C-6260-463D-B3FD-71A07ACD06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84552" y="3409051"/>
            <a:ext cx="5332026" cy="27806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F2AF8D-90ED-4512-9423-C91BF73A99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70162" y="2436473"/>
            <a:ext cx="5358285" cy="82391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D838EA-E20D-4CC3-83C2-AFE0DE9F73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70162" y="3409051"/>
            <a:ext cx="5358285" cy="27806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3603F8A-08E1-4160-9B7E-E0CA4BF8E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27434-4794-409A-9547-04789BA47588}" type="datetime1">
              <a:rPr lang="en-US" smtClean="0"/>
              <a:t>12/8/25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18291AB-3C5C-4BE1-9E50-02F489336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596E64-CD6C-4CF7-8624-FA4AE9760E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673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562B3-06A0-4F2F-96EC-A062DAE2F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8FC0095-49F0-4A83-AE8C-9D13E15C2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58635-357A-4E3D-B824-A5CEFDB8449C}" type="datetime1">
              <a:rPr lang="en-US" smtClean="0"/>
              <a:t>12/8/25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824898-D4EA-497A-8FC8-43E0D0213B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4821F6-2C08-450C-A18C-702D73842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5925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FFE119-5FCA-4D9C-9C07-1B81A0BF3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86FF77-2719-4AD0-8740-0B90FF5D1EFB}" type="datetime1">
              <a:rPr lang="en-US" smtClean="0"/>
              <a:t>12/8/25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A2C5995-6284-4D7F-AB1C-CA8FE63A78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1E4B0D-9C21-48D0-9438-C47370681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0058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90AF76DA-8F95-47D9-9EB6-B1EC93437387}"/>
              </a:ext>
            </a:extLst>
          </p:cNvPr>
          <p:cNvGrpSpPr/>
          <p:nvPr/>
        </p:nvGrpSpPr>
        <p:grpSpPr>
          <a:xfrm>
            <a:off x="2" y="0"/>
            <a:ext cx="6095998" cy="6858002"/>
            <a:chOff x="1" y="4563942"/>
            <a:chExt cx="12192005" cy="2294060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31355B14-077B-4BA1-962D-6E97D93FFCCC}"/>
                </a:ext>
              </a:extLst>
            </p:cNvPr>
            <p:cNvSpPr/>
            <p:nvPr/>
          </p:nvSpPr>
          <p:spPr>
            <a:xfrm>
              <a:off x="10" y="4563942"/>
              <a:ext cx="12191996" cy="22940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7230B99F-AC6F-4973-A35E-16C87C38711D}"/>
                </a:ext>
              </a:extLst>
            </p:cNvPr>
            <p:cNvSpPr/>
            <p:nvPr/>
          </p:nvSpPr>
          <p:spPr>
            <a:xfrm>
              <a:off x="1" y="4563942"/>
              <a:ext cx="12192000" cy="2294060"/>
            </a:xfrm>
            <a:prstGeom prst="rect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58E41614-9483-47F8-A429-FB0D1C5AA89A}"/>
              </a:ext>
            </a:extLst>
          </p:cNvPr>
          <p:cNvSpPr/>
          <p:nvPr/>
        </p:nvSpPr>
        <p:spPr>
          <a:xfrm>
            <a:off x="0" y="0"/>
            <a:ext cx="6095999" cy="22911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6B5E91C-3C4F-40A2-BCC6-918D3BEDD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552" y="457200"/>
            <a:ext cx="5287234" cy="160020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30F113-1C61-4F74-BD5B-727668BBEA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70162" y="457201"/>
            <a:ext cx="5085226" cy="540385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0EB228-A180-4DF6-9D5B-2CF86B6B9B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4552" y="2514600"/>
            <a:ext cx="5287234" cy="3354388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913719-D65D-4BAE-97B7-FAE8F39982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41C83-1089-48B9-8B65-293D4C236D35}" type="datetime1">
              <a:rPr lang="en-US" smtClean="0"/>
              <a:t>12/8/25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47F5BB-DC3C-45D1-A0D2-05168FECA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344BA3-19DB-4072-9A2C-08C92361A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3341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B0A6909D-DC0B-4221-8140-21E981D896AF}"/>
              </a:ext>
            </a:extLst>
          </p:cNvPr>
          <p:cNvGrpSpPr/>
          <p:nvPr/>
        </p:nvGrpSpPr>
        <p:grpSpPr>
          <a:xfrm>
            <a:off x="2" y="0"/>
            <a:ext cx="6095998" cy="6858002"/>
            <a:chOff x="1" y="4563942"/>
            <a:chExt cx="12192005" cy="229406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3D581C2-F39E-4958-A3F3-BB65AB1C5E66}"/>
                </a:ext>
              </a:extLst>
            </p:cNvPr>
            <p:cNvSpPr/>
            <p:nvPr/>
          </p:nvSpPr>
          <p:spPr>
            <a:xfrm>
              <a:off x="10" y="4563942"/>
              <a:ext cx="12191996" cy="22940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FD77040-27EF-4D2C-8D34-32337B0C8544}"/>
                </a:ext>
              </a:extLst>
            </p:cNvPr>
            <p:cNvSpPr/>
            <p:nvPr/>
          </p:nvSpPr>
          <p:spPr>
            <a:xfrm>
              <a:off x="1" y="4563942"/>
              <a:ext cx="12192000" cy="2294060"/>
            </a:xfrm>
            <a:prstGeom prst="rect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E1A26D20-69F8-4BBC-98C0-BEB470AB8284}"/>
              </a:ext>
            </a:extLst>
          </p:cNvPr>
          <p:cNvSpPr/>
          <p:nvPr/>
        </p:nvSpPr>
        <p:spPr>
          <a:xfrm>
            <a:off x="0" y="0"/>
            <a:ext cx="6095999" cy="22911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47B6BC-4B2A-4001-9634-47473F827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552" y="457200"/>
            <a:ext cx="5211519" cy="160020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97D074-2CCB-4AB8-A7A0-7847D3C1EF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270162" y="457201"/>
            <a:ext cx="5085226" cy="54038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FB94BD-D906-4213-9F31-1BE17A86F9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4552" y="2514600"/>
            <a:ext cx="5211519" cy="3354388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1B8431-70CB-4E9F-8A49-CDFF18554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62FE45-CC1E-47DB-8B82-6CF0636FBDB8}" type="datetime1">
              <a:rPr lang="en-US" smtClean="0"/>
              <a:t>12/8/25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D2F293-170E-410E-88BF-187A63C5E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ED93A2-588D-43B5-B6FA-0B7892E6E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1781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C68A33-CB96-4CB1-9941-753BD0824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3EB269-70DF-4510-A313-336226558E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1EA3CC-B2DC-4E87-826C-B885A7E628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6430B8-6059-41E5-A5DC-C07A76F5859A}" type="datetime1">
              <a:rPr lang="en-US" smtClean="0"/>
              <a:t>12/8/25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F37F52-A7C4-4E21-A12A-02546D477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66031F-5A79-48A7-8EDC-DDD9A9E4B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6695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9188483-96C4-4E9C-AA6A-E70005461AEE}"/>
              </a:ext>
            </a:extLst>
          </p:cNvPr>
          <p:cNvSpPr/>
          <p:nvPr/>
        </p:nvSpPr>
        <p:spPr>
          <a:xfrm>
            <a:off x="9144000" y="0"/>
            <a:ext cx="3048000" cy="68546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4FCD54-7F0B-446E-9998-93E7BD7CE74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534222" y="365125"/>
            <a:ext cx="2238678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766238-BBF1-4672-BC09-746C6967E5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484552" y="365125"/>
            <a:ext cx="8374062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8F32A5-B67B-45C1-B454-12E9FBE0C8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9D0CB7-D16E-4358-B7F4-EA4A24554592}" type="datetime1">
              <a:rPr lang="en-US" smtClean="0"/>
              <a:t>12/8/25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E91896-9441-4636-89D5-84E5932A1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28110" y="6356350"/>
            <a:ext cx="41148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937DFE-7F48-4EB0-83BC-A93F342D2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>
                    <a:alpha val="80000"/>
                  </a:schemeClr>
                </a:solidFill>
              </a:defRPr>
            </a:lvl1pPr>
          </a:lstStyle>
          <a:p>
            <a:fld id="{1F646F3F-274D-499B-ABBE-824EB4ABDC3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21973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EA26A151-13BF-4305-A6DC-9DC7C9877195}"/>
              </a:ext>
            </a:extLst>
          </p:cNvPr>
          <p:cNvSpPr/>
          <p:nvPr/>
        </p:nvSpPr>
        <p:spPr>
          <a:xfrm>
            <a:off x="0" y="0"/>
            <a:ext cx="12192000" cy="22911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EE6AE3-3BCC-4B3B-AC4E-60F910144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552" y="365125"/>
            <a:ext cx="10869248" cy="168751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CB514A-E7EA-41A8-ADBA-85CA1DF6D3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84552" y="2576513"/>
            <a:ext cx="10869248" cy="36004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9CB0BD-D6E3-4B3D-BCBB-6FECA5D632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46221" y="635720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FC8E16-3C03-4238-9C6F-B34F3D10F77E}" type="datetime1">
              <a:rPr lang="en-US" smtClean="0"/>
              <a:t>12/8/25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4147F7-B466-4892-BE27-876F947515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270162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4B4FE0-65CC-4435-A6AF-150E52F35B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64983" y="6356350"/>
            <a:ext cx="128079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646F3F-274D-499B-ABBE-824EB4ABDC3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02767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52" r:id="rId3"/>
    <p:sldLayoutId id="2147483753" r:id="rId4"/>
    <p:sldLayoutId id="2147483754" r:id="rId5"/>
    <p:sldLayoutId id="2147483760" r:id="rId6"/>
    <p:sldLayoutId id="2147483755" r:id="rId7"/>
    <p:sldLayoutId id="2147483756" r:id="rId8"/>
    <p:sldLayoutId id="2147483757" r:id="rId9"/>
    <p:sldLayoutId id="2147483759" r:id="rId10"/>
    <p:sldLayoutId id="2147483758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5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7FB8D577-336D-4DE0-B777-3D6C332184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ABDAAA3-C067-40DD-B017-DF7D5068B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429000"/>
            <a:ext cx="6095998" cy="3429000"/>
            <a:chOff x="6096002" y="-9073"/>
            <a:chExt cx="6095998" cy="6867073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1EED8C3-EE63-42CE-BB12-AABCB9AE68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2" y="-9073"/>
              <a:ext cx="6095998" cy="686707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5EFE36E-C601-44B8-82B8-52F97EE934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2" y="-6987"/>
              <a:ext cx="6095998" cy="6864987"/>
            </a:xfrm>
            <a:prstGeom prst="rect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72EF3F9A-9717-4ACB-A30D-96694842C4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DF56174-F07B-6810-DAB1-E83137851B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3961" y="280219"/>
            <a:ext cx="11533239" cy="2822490"/>
          </a:xfrm>
        </p:spPr>
        <p:txBody>
          <a:bodyPr>
            <a:normAutofit fontScale="90000"/>
          </a:bodyPr>
          <a:lstStyle/>
          <a:p>
            <a:pPr>
              <a:lnSpc>
                <a:spcPct val="90000"/>
              </a:lnSpc>
              <a:buNone/>
            </a:pPr>
            <a:r>
              <a:rPr lang="ru-RU" dirty="0">
                <a:latin typeface="Helvetica" pitchFamily="2" charset="0"/>
              </a:rPr>
              <a:t>Что такое структура папок и как правильно создавать </a:t>
            </a:r>
            <a:r>
              <a:rPr lang="en-US" dirty="0">
                <a:latin typeface="Helvetica" pitchFamily="2" charset="0"/>
              </a:rPr>
              <a:t>GitHub </a:t>
            </a:r>
            <a:r>
              <a:rPr lang="ru-RU" dirty="0">
                <a:latin typeface="Helvetica" pitchFamily="2" charset="0"/>
              </a:rPr>
              <a:t>репозиторий добавляя туда структуру</a:t>
            </a:r>
            <a:endParaRPr lang="ru-RU" dirty="0">
              <a:effectLst/>
              <a:latin typeface="Helvetica" pitchFamily="2" charset="0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4EFD0AB-30BE-E737-5688-28DFF3F6A4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5569" y="3657185"/>
            <a:ext cx="4711318" cy="2645921"/>
          </a:xfrm>
        </p:spPr>
        <p:txBody>
          <a:bodyPr anchor="ctr">
            <a:normAutofit/>
          </a:bodyPr>
          <a:lstStyle/>
          <a:p>
            <a:r>
              <a:rPr lang="ru-RU" dirty="0"/>
              <a:t>Показать, как правильно организовывать структуру папок и файлов в шаблонных проектах.</a:t>
            </a:r>
          </a:p>
          <a:p>
            <a:endParaRPr lang="ru-KZ" dirty="0"/>
          </a:p>
        </p:txBody>
      </p:sp>
      <p:pic>
        <p:nvPicPr>
          <p:cNvPr id="15" name="Graphic 14" descr="Флажок">
            <a:extLst>
              <a:ext uri="{FF2B5EF4-FFF2-40B4-BE49-F238E27FC236}">
                <a16:creationId xmlns:a16="http://schemas.microsoft.com/office/drawing/2014/main" id="{C0830AA2-533F-0A60-6D45-39E2DDE224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85916" y="3459624"/>
            <a:ext cx="3367093" cy="3367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993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380A34A-731B-4B77-8D1A-4326EA6123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EA2F71E-E88B-4447-A855-897A916129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88857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458742-E373-5D8D-FE79-8D6A9B6142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188" y="481035"/>
            <a:ext cx="5071550" cy="5811423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ru-RU" sz="4600"/>
              <a:t>Структура проекта — это основа удобной разработки.</a:t>
            </a:r>
            <a:br>
              <a:rPr lang="ru-RU" sz="4600"/>
            </a:br>
            <a:r>
              <a:rPr lang="ru-RU" sz="4600"/>
              <a:t>От того, как организованы папки и файлы, зависит:</a:t>
            </a:r>
            <a:br>
              <a:rPr lang="ru-RU" sz="4600"/>
            </a:br>
            <a:endParaRPr lang="ru-KZ" sz="4600"/>
          </a:p>
        </p:txBody>
      </p:sp>
      <p:graphicFrame>
        <p:nvGraphicFramePr>
          <p:cNvPr id="5" name="Объект 2">
            <a:extLst>
              <a:ext uri="{FF2B5EF4-FFF2-40B4-BE49-F238E27FC236}">
                <a16:creationId xmlns:a16="http://schemas.microsoft.com/office/drawing/2014/main" id="{5052C207-0B32-B939-49EA-81D0FC7F5A4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64448023"/>
              </p:ext>
            </p:extLst>
          </p:nvPr>
        </p:nvGraphicFramePr>
        <p:xfrm>
          <a:off x="6445526" y="591378"/>
          <a:ext cx="5262286" cy="558558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62434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AF15C8E-093E-4823-A12A-001BAA62B9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DC60494-71A0-4561-A012-BA2338D0DC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0" y="4562285"/>
            <a:ext cx="12192000" cy="229571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70334F-47D9-4226-3876-4B27A7584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552" y="4927410"/>
            <a:ext cx="10869248" cy="1249553"/>
          </a:xfrm>
        </p:spPr>
        <p:txBody>
          <a:bodyPr>
            <a:normAutofit/>
          </a:bodyPr>
          <a:lstStyle/>
          <a:p>
            <a:r>
              <a:rPr lang="ru-RU" sz="5000"/>
              <a:t>Принципы организации структуры</a:t>
            </a:r>
            <a:endParaRPr lang="ru-KZ" sz="5000"/>
          </a:p>
        </p:txBody>
      </p:sp>
      <p:graphicFrame>
        <p:nvGraphicFramePr>
          <p:cNvPr id="5" name="Объект 2">
            <a:extLst>
              <a:ext uri="{FF2B5EF4-FFF2-40B4-BE49-F238E27FC236}">
                <a16:creationId xmlns:a16="http://schemas.microsoft.com/office/drawing/2014/main" id="{BC7146FE-80BB-072F-25B7-EB4B86441B0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20343045"/>
              </p:ext>
            </p:extLst>
          </p:nvPr>
        </p:nvGraphicFramePr>
        <p:xfrm>
          <a:off x="484553" y="805070"/>
          <a:ext cx="11193926" cy="34413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56906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50666DC1-CD27-4874-9484-9D06C59FE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26811A6C-040C-4C5A-8FF3-63EC6CC401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FC27906-3491-4D48-A4BD-F9C88381A3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4567279"/>
            <a:ext cx="6095998" cy="2290721"/>
            <a:chOff x="6095998" y="-9073"/>
            <a:chExt cx="6096002" cy="6867073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1C35472-1DEA-4BA5-81A5-28525E1D5E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2" y="-9073"/>
              <a:ext cx="6095998" cy="686707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1D8634E4-D3C6-4641-9894-E7A37348BF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5998" y="-9073"/>
              <a:ext cx="6095998" cy="6858002"/>
            </a:xfrm>
            <a:prstGeom prst="rect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9" name="Rectangle 38">
            <a:extLst>
              <a:ext uri="{FF2B5EF4-FFF2-40B4-BE49-F238E27FC236}">
                <a16:creationId xmlns:a16="http://schemas.microsoft.com/office/drawing/2014/main" id="{72EF3F9A-9717-4ACB-A30D-96694842C4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6095998" cy="457394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6AD4B8-7402-5380-D20A-29F8A5DA7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554" y="397275"/>
            <a:ext cx="5230446" cy="376125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000" dirty="0" err="1"/>
              <a:t>Пример</a:t>
            </a:r>
            <a:r>
              <a:rPr lang="en-US" sz="5000" dirty="0"/>
              <a:t> </a:t>
            </a:r>
            <a:r>
              <a:rPr lang="en-US" sz="5000" dirty="0" err="1"/>
              <a:t>структуры</a:t>
            </a:r>
            <a:r>
              <a:rPr lang="en-US" sz="5000" dirty="0"/>
              <a:t> </a:t>
            </a:r>
            <a:r>
              <a:rPr lang="en-US" sz="5000" dirty="0" err="1"/>
              <a:t>папок</a:t>
            </a:r>
            <a:r>
              <a:rPr lang="en-US" sz="5000" dirty="0"/>
              <a:t> </a:t>
            </a:r>
            <a:r>
              <a:rPr lang="en-US" sz="5000" dirty="0" err="1"/>
              <a:t>по</a:t>
            </a:r>
            <a:r>
              <a:rPr lang="en-US" sz="5000" dirty="0"/>
              <a:t> </a:t>
            </a:r>
            <a:r>
              <a:rPr lang="en-US" sz="5000" dirty="0" err="1"/>
              <a:t>предмету</a:t>
            </a:r>
            <a:r>
              <a:rPr lang="en-US" sz="5000" dirty="0"/>
              <a:t> </a:t>
            </a:r>
            <a:r>
              <a:rPr lang="en-US" sz="5000" dirty="0" err="1"/>
              <a:t>шаблонное</a:t>
            </a:r>
            <a:r>
              <a:rPr lang="en-US" sz="5000" dirty="0"/>
              <a:t> </a:t>
            </a:r>
            <a:r>
              <a:rPr lang="en-US" sz="5000" dirty="0" err="1"/>
              <a:t>проектирование</a:t>
            </a:r>
            <a:endParaRPr lang="en-US" sz="5000" dirty="0"/>
          </a:p>
        </p:txBody>
      </p:sp>
      <p:pic>
        <p:nvPicPr>
          <p:cNvPr id="4" name="Объект 3" descr="Изображение выглядит как текст, снимок экрана, программное обеспечение, Мультимедийное программное обеспечение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7C3DE6B4-9C96-CD9C-11DA-3896359A8E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1" b="42179"/>
          <a:stretch>
            <a:fillRect/>
          </a:stretch>
        </p:blipFill>
        <p:spPr>
          <a:xfrm>
            <a:off x="6701176" y="714895"/>
            <a:ext cx="4845468" cy="5440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0198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0666DC1-CD27-4874-9484-9D06C59FE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Slide Background">
            <a:extLst>
              <a:ext uri="{FF2B5EF4-FFF2-40B4-BE49-F238E27FC236}">
                <a16:creationId xmlns:a16="http://schemas.microsoft.com/office/drawing/2014/main" id="{922E0291-99C8-40F9-ADAB-32589A3B57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Объект 3" descr="Изображение выглядит как текст, программное обеспечение, Мультимедийное программное обеспечение, Значок на компьютере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AD9EA69A-56CD-2A84-1A1C-8A5E34B2D2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881"/>
          <a:stretch>
            <a:fillRect/>
          </a:stretch>
        </p:blipFill>
        <p:spPr>
          <a:xfrm>
            <a:off x="20" y="2"/>
            <a:ext cx="12191979" cy="6857998"/>
          </a:xfrm>
          <a:prstGeom prst="rect">
            <a:avLst/>
          </a:prstGeom>
          <a:effectLst>
            <a:outerShdw blurRad="596900" dist="330200" dir="8820000" sx="87000" sy="87000" algn="ctr" rotWithShape="0">
              <a:srgbClr val="000000">
                <a:alpha val="29000"/>
              </a:srgbClr>
            </a:outerShdw>
          </a:effectLst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095830D2-F2AE-4DD8-B586-89B0977916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258714" y="258715"/>
            <a:ext cx="6858000" cy="6340569"/>
          </a:xfrm>
          <a:prstGeom prst="rect">
            <a:avLst/>
          </a:prstGeom>
          <a:gradFill>
            <a:gsLst>
              <a:gs pos="100000">
                <a:srgbClr val="000000">
                  <a:alpha val="0"/>
                </a:srgbClr>
              </a:gs>
              <a:gs pos="0">
                <a:schemeClr val="tx1"/>
              </a:gs>
              <a:gs pos="0">
                <a:srgbClr val="000000">
                  <a:alpha val="7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DA527F-A09E-3318-8295-E2072B77EA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9389"/>
            <a:ext cx="4867234" cy="2508616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400" dirty="0" err="1">
                <a:solidFill>
                  <a:srgbClr val="FFFFFF"/>
                </a:solidFill>
              </a:rPr>
              <a:t>Открываем</a:t>
            </a:r>
            <a:r>
              <a:rPr lang="en-US" sz="3400" dirty="0">
                <a:solidFill>
                  <a:srgbClr val="FFFFFF"/>
                </a:solidFill>
              </a:rPr>
              <a:t> GitHub </a:t>
            </a:r>
            <a:r>
              <a:rPr lang="en-US" sz="3400" dirty="0" err="1">
                <a:solidFill>
                  <a:srgbClr val="FFFFFF"/>
                </a:solidFill>
              </a:rPr>
              <a:t>и</a:t>
            </a:r>
            <a:r>
              <a:rPr lang="en-US" sz="3400" dirty="0">
                <a:solidFill>
                  <a:srgbClr val="FFFFFF"/>
                </a:solidFill>
              </a:rPr>
              <a:t> </a:t>
            </a:r>
            <a:r>
              <a:rPr lang="en-US" sz="3400" dirty="0" err="1">
                <a:solidFill>
                  <a:srgbClr val="FFFFFF"/>
                </a:solidFill>
              </a:rPr>
              <a:t>регистрируемся</a:t>
            </a:r>
            <a:r>
              <a:rPr lang="en-US" sz="3400" dirty="0">
                <a:solidFill>
                  <a:srgbClr val="FFFFFF"/>
                </a:solidFill>
              </a:rPr>
              <a:t>, </a:t>
            </a:r>
            <a:r>
              <a:rPr lang="en-US" sz="3400" dirty="0" err="1">
                <a:solidFill>
                  <a:srgbClr val="FFFFFF"/>
                </a:solidFill>
              </a:rPr>
              <a:t>после</a:t>
            </a:r>
            <a:r>
              <a:rPr lang="en-US" sz="3400" dirty="0">
                <a:solidFill>
                  <a:srgbClr val="FFFFFF"/>
                </a:solidFill>
              </a:rPr>
              <a:t> </a:t>
            </a:r>
            <a:r>
              <a:rPr lang="en-US" sz="3400" dirty="0" err="1">
                <a:solidFill>
                  <a:srgbClr val="FFFFFF"/>
                </a:solidFill>
              </a:rPr>
              <a:t>регистрации</a:t>
            </a:r>
            <a:r>
              <a:rPr lang="en-US" sz="3400" dirty="0">
                <a:solidFill>
                  <a:srgbClr val="FFFFFF"/>
                </a:solidFill>
              </a:rPr>
              <a:t> </a:t>
            </a:r>
            <a:r>
              <a:rPr lang="en-US" sz="3400" dirty="0" err="1">
                <a:solidFill>
                  <a:srgbClr val="FFFFFF"/>
                </a:solidFill>
              </a:rPr>
              <a:t>должно</a:t>
            </a:r>
            <a:r>
              <a:rPr lang="en-US" sz="3400" dirty="0">
                <a:solidFill>
                  <a:srgbClr val="FFFFFF"/>
                </a:solidFill>
              </a:rPr>
              <a:t> </a:t>
            </a:r>
            <a:r>
              <a:rPr lang="en-US" sz="3400" dirty="0" err="1">
                <a:solidFill>
                  <a:srgbClr val="FFFFFF"/>
                </a:solidFill>
              </a:rPr>
              <a:t>появится</a:t>
            </a:r>
            <a:r>
              <a:rPr lang="en-US" sz="3400" dirty="0">
                <a:solidFill>
                  <a:srgbClr val="FFFFFF"/>
                </a:solidFill>
              </a:rPr>
              <a:t> </a:t>
            </a:r>
            <a:r>
              <a:rPr lang="en-US" sz="3400" dirty="0" err="1">
                <a:solidFill>
                  <a:srgbClr val="FFFFFF"/>
                </a:solidFill>
              </a:rPr>
              <a:t>такое</a:t>
            </a:r>
            <a:r>
              <a:rPr lang="en-US" sz="3400" dirty="0">
                <a:solidFill>
                  <a:srgbClr val="FFFFFF"/>
                </a:solidFill>
              </a:rPr>
              <a:t> </a:t>
            </a:r>
            <a:r>
              <a:rPr lang="en-US" sz="3400" dirty="0" err="1">
                <a:solidFill>
                  <a:srgbClr val="FFFFFF"/>
                </a:solidFill>
              </a:rPr>
              <a:t>окно</a:t>
            </a:r>
            <a:r>
              <a:rPr lang="en-US" sz="3400" dirty="0">
                <a:solidFill>
                  <a:srgbClr val="FFFFFF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92229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0666DC1-CD27-4874-9484-9D06C59FE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E66D35-6371-4809-9433-1EBF879150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EF3F9A-9717-4ACB-A30D-96694842C4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3047998" cy="457394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8362EA-5E15-7032-934B-E533F05C0E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221" y="1"/>
            <a:ext cx="2628785" cy="457394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ru-RU" sz="3000" dirty="0">
                <a:effectLst/>
              </a:rPr>
              <a:t>Справа видим зеленую кнопку </a:t>
            </a:r>
            <a:r>
              <a:rPr lang="en-US" sz="3000" dirty="0">
                <a:effectLst/>
              </a:rPr>
              <a:t>“new” </a:t>
            </a:r>
            <a:r>
              <a:rPr lang="ru-RU" sz="3000" dirty="0"/>
              <a:t>и </a:t>
            </a:r>
            <a:r>
              <a:rPr lang="ru-RU" sz="3000" dirty="0" err="1"/>
              <a:t>нажимем</a:t>
            </a:r>
            <a:r>
              <a:rPr lang="ru-RU" sz="3000" dirty="0"/>
              <a:t> на нее</a:t>
            </a:r>
            <a:endParaRPr lang="en-US" sz="3000" dirty="0"/>
          </a:p>
        </p:txBody>
      </p:sp>
      <p:cxnSp>
        <p:nvCxnSpPr>
          <p:cNvPr id="18" name="Прямая со стрелкой 17">
            <a:extLst>
              <a:ext uri="{FF2B5EF4-FFF2-40B4-BE49-F238E27FC236}">
                <a16:creationId xmlns:a16="http://schemas.microsoft.com/office/drawing/2014/main" id="{0660AE0E-9D87-6DA1-CC4E-FE3CB8C3E6D1}"/>
              </a:ext>
            </a:extLst>
          </p:cNvPr>
          <p:cNvCxnSpPr/>
          <p:nvPr/>
        </p:nvCxnSpPr>
        <p:spPr>
          <a:xfrm flipV="1">
            <a:off x="9549113" y="397275"/>
            <a:ext cx="1332000" cy="1728000"/>
          </a:xfrm>
          <a:prstGeom prst="straightConnector1">
            <a:avLst/>
          </a:prstGeom>
          <a:ln w="60325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14" name="Объект 13">
            <a:extLst>
              <a:ext uri="{FF2B5EF4-FFF2-40B4-BE49-F238E27FC236}">
                <a16:creationId xmlns:a16="http://schemas.microsoft.com/office/drawing/2014/main" id="{9712EFD4-2359-C364-746C-2684E4212F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88217" y="0"/>
            <a:ext cx="9603783" cy="6858000"/>
          </a:xfrm>
          <a:prstGeom prst="rect">
            <a:avLst/>
          </a:prstGeom>
        </p:spPr>
      </p:pic>
      <p:cxnSp>
        <p:nvCxnSpPr>
          <p:cNvPr id="15" name="Прямая со стрелкой 14">
            <a:extLst>
              <a:ext uri="{FF2B5EF4-FFF2-40B4-BE49-F238E27FC236}">
                <a16:creationId xmlns:a16="http://schemas.microsoft.com/office/drawing/2014/main" id="{E3BBE60D-4CC3-F6FE-2005-D190A9BD4230}"/>
              </a:ext>
            </a:extLst>
          </p:cNvPr>
          <p:cNvCxnSpPr>
            <a:cxnSpLocks/>
          </p:cNvCxnSpPr>
          <p:nvPr/>
        </p:nvCxnSpPr>
        <p:spPr>
          <a:xfrm flipH="1" flipV="1">
            <a:off x="4519894" y="914177"/>
            <a:ext cx="1975739" cy="1848620"/>
          </a:xfrm>
          <a:prstGeom prst="straightConnector1">
            <a:avLst/>
          </a:prstGeom>
          <a:ln w="60325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42872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50666DC1-CD27-4874-9484-9D06C59FE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BE66D35-6371-4809-9433-1EBF879150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2EF3F9A-9717-4ACB-A30D-96694842C4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3047998" cy="457394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25D02C-1A18-6586-F616-32851D66A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221" y="397275"/>
            <a:ext cx="3047998" cy="3761257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 dirty="0" err="1"/>
              <a:t>Открывается</a:t>
            </a:r>
            <a:r>
              <a:rPr lang="en-US" sz="3200" dirty="0"/>
              <a:t> </a:t>
            </a:r>
            <a:r>
              <a:rPr lang="en-US" sz="3200" dirty="0" err="1"/>
              <a:t>окно</a:t>
            </a:r>
            <a:r>
              <a:rPr lang="en-US" sz="3200" dirty="0"/>
              <a:t>  “</a:t>
            </a:r>
            <a:r>
              <a:rPr lang="en-US" sz="3200" dirty="0" err="1"/>
              <a:t>создание</a:t>
            </a:r>
            <a:r>
              <a:rPr lang="en-US" sz="3200" dirty="0"/>
              <a:t> </a:t>
            </a:r>
            <a:r>
              <a:rPr lang="en-US" sz="3200" dirty="0" err="1"/>
              <a:t>хранилища</a:t>
            </a:r>
            <a:r>
              <a:rPr lang="en-US" sz="3200" dirty="0"/>
              <a:t>“  </a:t>
            </a:r>
            <a:r>
              <a:rPr lang="en-US" sz="3200" dirty="0" err="1"/>
              <a:t>пишите</a:t>
            </a:r>
            <a:r>
              <a:rPr lang="en-US" sz="3200" dirty="0"/>
              <a:t> </a:t>
            </a:r>
            <a:r>
              <a:rPr lang="en-US" sz="3200" dirty="0" err="1"/>
              <a:t>название</a:t>
            </a:r>
            <a:r>
              <a:rPr lang="en-US" sz="3200" dirty="0"/>
              <a:t> </a:t>
            </a:r>
            <a:r>
              <a:rPr lang="en-US" sz="3200" dirty="0" err="1"/>
              <a:t>хранилища</a:t>
            </a:r>
            <a:endParaRPr lang="en-US" sz="3200" dirty="0"/>
          </a:p>
        </p:txBody>
      </p:sp>
      <p:pic>
        <p:nvPicPr>
          <p:cNvPr id="6" name="Объект 5" descr="Изображение выглядит как текст, снимок экрана, программное обеспечение, Мультимедийное программное обеспечение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B7EBEFB4-3C11-5E11-AB30-69A240BD1A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15064" b="3636"/>
          <a:stretch>
            <a:fillRect/>
          </a:stretch>
        </p:blipFill>
        <p:spPr>
          <a:xfrm>
            <a:off x="3047998" y="10"/>
            <a:ext cx="9144002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45117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0666DC1-CD27-4874-9484-9D06C59FE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E66D35-6371-4809-9433-1EBF879150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EF3F9A-9717-4ACB-A30D-96694842C4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3047998" cy="457394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3D22BC-DB31-1941-1649-4D2018AE2E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221" y="397275"/>
            <a:ext cx="2628785" cy="376125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200" dirty="0" err="1"/>
              <a:t>Появляется</a:t>
            </a:r>
            <a:r>
              <a:rPr lang="en-US" sz="2200" dirty="0"/>
              <a:t> </a:t>
            </a:r>
            <a:r>
              <a:rPr lang="en-US" sz="2200" dirty="0" err="1"/>
              <a:t>такое</a:t>
            </a:r>
            <a:r>
              <a:rPr lang="en-US" sz="2200" dirty="0"/>
              <a:t> </a:t>
            </a:r>
            <a:r>
              <a:rPr lang="en-US" sz="2200" dirty="0" err="1"/>
              <a:t>окно</a:t>
            </a:r>
            <a:br>
              <a:rPr lang="en-US" sz="2200" dirty="0"/>
            </a:br>
            <a:br>
              <a:rPr lang="en-US" sz="2200" dirty="0"/>
            </a:br>
            <a:r>
              <a:rPr lang="en-US" sz="2200" dirty="0" err="1"/>
              <a:t>и</a:t>
            </a:r>
            <a:r>
              <a:rPr lang="en-US" sz="2200" dirty="0"/>
              <a:t> </a:t>
            </a:r>
            <a:r>
              <a:rPr lang="en-US" sz="2200" dirty="0" err="1"/>
              <a:t>что</a:t>
            </a:r>
            <a:r>
              <a:rPr lang="en-US" sz="2200" dirty="0"/>
              <a:t> </a:t>
            </a:r>
            <a:r>
              <a:rPr lang="en-US" sz="2200" dirty="0" err="1"/>
              <a:t>бы</a:t>
            </a:r>
            <a:r>
              <a:rPr lang="en-US" sz="2200" dirty="0"/>
              <a:t> </a:t>
            </a:r>
            <a:r>
              <a:rPr lang="en-US" sz="2200" dirty="0" err="1"/>
              <a:t>теперь</a:t>
            </a:r>
            <a:r>
              <a:rPr lang="en-US" sz="2200" dirty="0"/>
              <a:t> </a:t>
            </a:r>
            <a:r>
              <a:rPr lang="en-US" sz="2200" dirty="0" err="1"/>
              <a:t>скопировать</a:t>
            </a:r>
            <a:r>
              <a:rPr lang="en-US" sz="2200" dirty="0"/>
              <a:t> </a:t>
            </a:r>
            <a:r>
              <a:rPr lang="en-US" sz="2200" dirty="0" err="1"/>
              <a:t>данный</a:t>
            </a:r>
            <a:r>
              <a:rPr lang="en-US" sz="2200" dirty="0"/>
              <a:t> </a:t>
            </a:r>
            <a:r>
              <a:rPr lang="en-US" sz="2200" dirty="0" err="1"/>
              <a:t>репозиторий</a:t>
            </a:r>
            <a:r>
              <a:rPr lang="en-US" sz="2200" dirty="0"/>
              <a:t> </a:t>
            </a:r>
            <a:r>
              <a:rPr lang="en-US" sz="2200" dirty="0" err="1"/>
              <a:t>в</a:t>
            </a:r>
            <a:r>
              <a:rPr lang="en-US" sz="2200" dirty="0"/>
              <a:t> </a:t>
            </a:r>
            <a:r>
              <a:rPr lang="en-US" sz="2200" dirty="0" err="1"/>
              <a:t>ваш</a:t>
            </a:r>
            <a:r>
              <a:rPr lang="en-US" sz="2200" dirty="0"/>
              <a:t> VS code </a:t>
            </a:r>
            <a:r>
              <a:rPr lang="en-US" sz="2200" dirty="0" err="1"/>
              <a:t>нужно</a:t>
            </a:r>
            <a:r>
              <a:rPr lang="en-US" sz="2200" dirty="0"/>
              <a:t> </a:t>
            </a:r>
            <a:r>
              <a:rPr lang="en-US" sz="2200" dirty="0" err="1"/>
              <a:t>нажать</a:t>
            </a:r>
            <a:r>
              <a:rPr lang="en-US" sz="2200" dirty="0"/>
              <a:t> </a:t>
            </a:r>
            <a:r>
              <a:rPr lang="en-US" sz="2200" dirty="0" err="1"/>
              <a:t>на</a:t>
            </a:r>
            <a:r>
              <a:rPr lang="en-US" sz="2200" dirty="0"/>
              <a:t> </a:t>
            </a:r>
            <a:r>
              <a:rPr lang="en-US" sz="2200" dirty="0" err="1"/>
              <a:t>зеленую</a:t>
            </a:r>
            <a:r>
              <a:rPr lang="en-US" sz="2200" dirty="0"/>
              <a:t> </a:t>
            </a:r>
            <a:r>
              <a:rPr lang="en-US" sz="2200" dirty="0" err="1"/>
              <a:t>кнопку</a:t>
            </a:r>
            <a:r>
              <a:rPr lang="en-US" sz="2200" dirty="0"/>
              <a:t> ”code”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EB82B4C-9249-4CFC-A372-7B0FF5E36E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4565226"/>
            <a:ext cx="3048003" cy="2292774"/>
            <a:chOff x="6096002" y="-9073"/>
            <a:chExt cx="6095998" cy="6867073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1B9437E-0974-4AB4-8491-D8BDD841DF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2" y="-9073"/>
              <a:ext cx="6095998" cy="686707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CDCB975E-33D1-4FB0-AA40-C2250AA661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2" y="-6987"/>
              <a:ext cx="6095998" cy="6864987"/>
            </a:xfrm>
            <a:prstGeom prst="rect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4" name="Объект 3" descr="Изображение выглядит как текст, снимок экрана, программное обеспечение, Мультимедийное программное обеспечение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0E05D010-5F89-DE20-1407-740FE6D1C2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47997" y="-2"/>
            <a:ext cx="9290223" cy="6858002"/>
          </a:xfrm>
          <a:prstGeom prst="rect">
            <a:avLst/>
          </a:prstGeom>
        </p:spPr>
      </p:pic>
      <p:cxnSp>
        <p:nvCxnSpPr>
          <p:cNvPr id="5" name="Прямая со стрелкой 4">
            <a:extLst>
              <a:ext uri="{FF2B5EF4-FFF2-40B4-BE49-F238E27FC236}">
                <a16:creationId xmlns:a16="http://schemas.microsoft.com/office/drawing/2014/main" id="{2D787AE4-5D38-10E9-2964-89199CCF4515}"/>
              </a:ext>
            </a:extLst>
          </p:cNvPr>
          <p:cNvCxnSpPr/>
          <p:nvPr/>
        </p:nvCxnSpPr>
        <p:spPr>
          <a:xfrm flipV="1">
            <a:off x="9213447" y="1778939"/>
            <a:ext cx="1332000" cy="1728000"/>
          </a:xfrm>
          <a:prstGeom prst="straightConnector1">
            <a:avLst/>
          </a:prstGeom>
          <a:ln w="60325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48468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50666DC1-CD27-4874-9484-9D06C59FE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26811A6C-040C-4C5A-8FF3-63EC6CC401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FC27906-3491-4D48-A4BD-F9C88381A3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4567279"/>
            <a:ext cx="6095998" cy="2290721"/>
            <a:chOff x="6095998" y="-9073"/>
            <a:chExt cx="6096002" cy="6867073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1C35472-1DEA-4BA5-81A5-28525E1D5E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2" y="-9073"/>
              <a:ext cx="6095998" cy="686707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D8634E4-D3C6-4641-9894-E7A37348BF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5998" y="-9073"/>
              <a:ext cx="6095998" cy="6858002"/>
            </a:xfrm>
            <a:prstGeom prst="rect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7" name="Rectangle 26">
            <a:extLst>
              <a:ext uri="{FF2B5EF4-FFF2-40B4-BE49-F238E27FC236}">
                <a16:creationId xmlns:a16="http://schemas.microsoft.com/office/drawing/2014/main" id="{72EF3F9A-9717-4ACB-A30D-96694842C4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6095998" cy="457394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57E902-A7E3-10AF-F600-7B5FBFDB13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554" y="397275"/>
            <a:ext cx="5230446" cy="376125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000"/>
              <a:t>Появляется такое окно вы выбираете тип “https” и копируете код</a:t>
            </a:r>
          </a:p>
        </p:txBody>
      </p:sp>
      <p:pic>
        <p:nvPicPr>
          <p:cNvPr id="6" name="Объект 4" descr="Изображение выглядит как текст, снимок экрана, Шрифт, число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8D607C51-5A21-3D56-13E9-C3820A7C739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2464"/>
          <a:stretch>
            <a:fillRect/>
          </a:stretch>
        </p:blipFill>
        <p:spPr>
          <a:xfrm>
            <a:off x="6095994" y="703227"/>
            <a:ext cx="6090435" cy="4573946"/>
          </a:xfrm>
          <a:prstGeom prst="rect">
            <a:avLst/>
          </a:prstGeom>
        </p:spPr>
      </p:pic>
      <p:cxnSp>
        <p:nvCxnSpPr>
          <p:cNvPr id="3" name="Прямая со стрелкой 2">
            <a:extLst>
              <a:ext uri="{FF2B5EF4-FFF2-40B4-BE49-F238E27FC236}">
                <a16:creationId xmlns:a16="http://schemas.microsoft.com/office/drawing/2014/main" id="{AA5EA4B3-AD6C-DE36-8C38-ABA3E54EAEF7}"/>
              </a:ext>
            </a:extLst>
          </p:cNvPr>
          <p:cNvCxnSpPr/>
          <p:nvPr/>
        </p:nvCxnSpPr>
        <p:spPr>
          <a:xfrm flipV="1">
            <a:off x="10384497" y="3134140"/>
            <a:ext cx="1332000" cy="1728000"/>
          </a:xfrm>
          <a:prstGeom prst="straightConnector1">
            <a:avLst/>
          </a:prstGeom>
          <a:ln w="60325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25741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0666DC1-CD27-4874-9484-9D06C59FE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E66D35-6371-4809-9433-1EBF879150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EF3F9A-9717-4ACB-A30D-96694842C4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3047998" cy="457394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428B60D-F464-DABF-8FA0-392EEB0E02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13" y="396928"/>
            <a:ext cx="2874915" cy="4167950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en-US" sz="2800" dirty="0" err="1"/>
              <a:t>Далее</a:t>
            </a:r>
            <a:r>
              <a:rPr lang="en-US" sz="2800" dirty="0"/>
              <a:t> </a:t>
            </a:r>
            <a:r>
              <a:rPr lang="en-US" sz="2800" dirty="0" err="1"/>
              <a:t>переходим</a:t>
            </a:r>
            <a:r>
              <a:rPr lang="en-US" sz="2800" dirty="0"/>
              <a:t> </a:t>
            </a:r>
            <a:r>
              <a:rPr lang="en-US" sz="2800" dirty="0" err="1"/>
              <a:t>в</a:t>
            </a:r>
            <a:r>
              <a:rPr lang="en-US" sz="2800" dirty="0"/>
              <a:t> VS code </a:t>
            </a:r>
            <a:r>
              <a:rPr lang="en-US" sz="2800" dirty="0" err="1"/>
              <a:t>и</a:t>
            </a:r>
            <a:r>
              <a:rPr lang="en-US" sz="2800" dirty="0"/>
              <a:t> </a:t>
            </a:r>
            <a:r>
              <a:rPr lang="en-US" sz="2800" dirty="0" err="1"/>
              <a:t>нажимаем</a:t>
            </a:r>
            <a:r>
              <a:rPr lang="en-US" sz="2800" dirty="0"/>
              <a:t> </a:t>
            </a:r>
            <a:r>
              <a:rPr lang="en-US" sz="2800" dirty="0" err="1"/>
              <a:t>на</a:t>
            </a:r>
            <a:r>
              <a:rPr lang="en-US" sz="2800" dirty="0"/>
              <a:t> </a:t>
            </a:r>
            <a:r>
              <a:rPr lang="en-US" sz="2800" dirty="0" err="1"/>
              <a:t>вкладку</a:t>
            </a:r>
            <a:r>
              <a:rPr lang="en-US" sz="2800" dirty="0"/>
              <a:t> “terminal” </a:t>
            </a:r>
            <a:r>
              <a:rPr lang="en-US" sz="2800" dirty="0" err="1"/>
              <a:t>тем</a:t>
            </a:r>
            <a:r>
              <a:rPr lang="en-US" sz="2800" dirty="0"/>
              <a:t> </a:t>
            </a:r>
            <a:r>
              <a:rPr lang="en-US" sz="2800" dirty="0" err="1"/>
              <a:t>самым</a:t>
            </a:r>
            <a:r>
              <a:rPr lang="en-US" sz="2800" dirty="0"/>
              <a:t> </a:t>
            </a:r>
            <a:r>
              <a:rPr lang="en-US" sz="2800" dirty="0" err="1"/>
              <a:t>мы</a:t>
            </a:r>
            <a:r>
              <a:rPr lang="en-US" sz="2800" dirty="0"/>
              <a:t> </a:t>
            </a:r>
            <a:r>
              <a:rPr lang="en-US" sz="2800" dirty="0" err="1"/>
              <a:t>открываем</a:t>
            </a:r>
            <a:r>
              <a:rPr lang="en-US" sz="2800" dirty="0"/>
              <a:t> </a:t>
            </a:r>
            <a:r>
              <a:rPr lang="en-US" sz="2800" dirty="0" err="1"/>
              <a:t>внутрений</a:t>
            </a:r>
            <a:r>
              <a:rPr lang="en-US" sz="2800" dirty="0"/>
              <a:t> </a:t>
            </a:r>
            <a:r>
              <a:rPr lang="en-US" sz="2800" dirty="0" err="1"/>
              <a:t>терминал</a:t>
            </a:r>
            <a:r>
              <a:rPr lang="en-US" sz="2800" dirty="0"/>
              <a:t> </a:t>
            </a:r>
            <a:r>
              <a:rPr lang="en-US" sz="2800" dirty="0" err="1"/>
              <a:t>вашего</a:t>
            </a:r>
            <a:r>
              <a:rPr lang="en-US" sz="2800" dirty="0"/>
              <a:t> VS code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EB82B4C-9249-4CFC-A372-7B0FF5E36E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4565226"/>
            <a:ext cx="3048003" cy="2292774"/>
            <a:chOff x="6096002" y="-9073"/>
            <a:chExt cx="6095998" cy="6867073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1B9437E-0974-4AB4-8491-D8BDD841DF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2" y="-9073"/>
              <a:ext cx="6095998" cy="686707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CDCB975E-33D1-4FB0-AA40-C2250AA661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2" y="-6987"/>
              <a:ext cx="6095998" cy="6864987"/>
            </a:xfrm>
            <a:prstGeom prst="rect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4" name="Объект 3" descr="Изображение выглядит как текст, программное обеспечение, Мультимедийное программное обеспечение, Графическое программное обеспечение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3D20F123-AB7D-7CB1-0907-9A22EB1AA3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34567" y="327389"/>
            <a:ext cx="9170859" cy="5961057"/>
          </a:xfrm>
          <a:prstGeom prst="rect">
            <a:avLst/>
          </a:prstGeom>
        </p:spPr>
      </p:pic>
      <p:cxnSp>
        <p:nvCxnSpPr>
          <p:cNvPr id="5" name="Прямая со стрелкой 4">
            <a:extLst>
              <a:ext uri="{FF2B5EF4-FFF2-40B4-BE49-F238E27FC236}">
                <a16:creationId xmlns:a16="http://schemas.microsoft.com/office/drawing/2014/main" id="{CA867B49-5C0D-329A-C027-CAA0A231879E}"/>
              </a:ext>
            </a:extLst>
          </p:cNvPr>
          <p:cNvCxnSpPr>
            <a:cxnSpLocks/>
          </p:cNvCxnSpPr>
          <p:nvPr/>
        </p:nvCxnSpPr>
        <p:spPr>
          <a:xfrm flipV="1">
            <a:off x="5719507" y="526942"/>
            <a:ext cx="0" cy="1870967"/>
          </a:xfrm>
          <a:prstGeom prst="straightConnector1">
            <a:avLst/>
          </a:prstGeom>
          <a:ln w="60325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97007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8A2FCF07-6918-45A6-B28F-1025FEBA7A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Объект 7" descr="Изображение выглядит как программное обеспечение, Мультимедийное программное обеспечение, текст, Графическое программное обеспечение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F998D849-8E61-A1E1-C29D-035FB122F5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13420"/>
          <a:stretch>
            <a:fillRect/>
          </a:stretch>
        </p:blipFill>
        <p:spPr>
          <a:xfrm>
            <a:off x="20" y="10"/>
            <a:ext cx="12191980" cy="6861323"/>
          </a:xfrm>
          <a:prstGeom prst="rect">
            <a:avLst/>
          </a:prstGeom>
        </p:spPr>
      </p:pic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EF62A2CC-0D25-B759-E5E8-3466D859E3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3333"/>
            <a:ext cx="6338807" cy="239276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ru-RU" sz="2800" dirty="0"/>
              <a:t>Окно </a:t>
            </a:r>
            <a:r>
              <a:rPr lang="en-US" sz="2800" dirty="0"/>
              <a:t>VS code </a:t>
            </a:r>
            <a:r>
              <a:rPr lang="ru-RU" sz="2800" dirty="0"/>
              <a:t>должна </a:t>
            </a:r>
            <a:r>
              <a:rPr lang="ru-RU" sz="2800" dirty="0" err="1"/>
              <a:t>выглядить</a:t>
            </a:r>
            <a:r>
              <a:rPr lang="ru-RU" sz="2800" dirty="0"/>
              <a:t> таким образом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3221380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D279CB98-976B-40EA-81C0-E41C11E7A0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4470A34-BAAC-4BD7-8303-4768745535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143998" y="0"/>
            <a:ext cx="3048002" cy="6858000"/>
            <a:chOff x="6096002" y="-9073"/>
            <a:chExt cx="6095998" cy="6867073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E3C1699B-938B-44C1-BCDE-A65BD009DE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2" y="-9073"/>
              <a:ext cx="6095998" cy="686707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E0766BA7-2049-4B7B-8807-86C5278FDD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2" y="-6987"/>
              <a:ext cx="6095998" cy="6864987"/>
            </a:xfrm>
            <a:prstGeom prst="rect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/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D10FC428-98F2-41B0-859F-EC3A5A41B8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9143999" cy="3429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4C13099-0421-D093-79B8-6E9F0FF33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552" y="365125"/>
            <a:ext cx="8212639" cy="2663825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000" dirty="0" err="1"/>
              <a:t>Далее</a:t>
            </a:r>
            <a:r>
              <a:rPr lang="en-US" sz="3000" dirty="0"/>
              <a:t> </a:t>
            </a:r>
            <a:r>
              <a:rPr lang="en-US" sz="3000" dirty="0" err="1"/>
              <a:t>прописываете</a:t>
            </a:r>
            <a:r>
              <a:rPr lang="en-US" sz="3000" dirty="0"/>
              <a:t> </a:t>
            </a:r>
            <a:r>
              <a:rPr lang="en-US" sz="3000" dirty="0" err="1"/>
              <a:t>команду</a:t>
            </a:r>
            <a:r>
              <a:rPr lang="en-US" sz="3000" dirty="0"/>
              <a:t> </a:t>
            </a:r>
            <a:r>
              <a:rPr lang="en-US" sz="3000" dirty="0" err="1"/>
              <a:t>как</a:t>
            </a:r>
            <a:r>
              <a:rPr lang="en-US" sz="3000" dirty="0"/>
              <a:t> – git clone – &lt;</a:t>
            </a:r>
            <a:r>
              <a:rPr lang="en-US" sz="3000" dirty="0" err="1"/>
              <a:t>вставляете</a:t>
            </a:r>
            <a:r>
              <a:rPr lang="en-US" sz="3000" dirty="0"/>
              <a:t> </a:t>
            </a:r>
            <a:r>
              <a:rPr lang="en-US" sz="3000" dirty="0" err="1"/>
              <a:t>то</a:t>
            </a:r>
            <a:r>
              <a:rPr lang="en-US" sz="3000" dirty="0"/>
              <a:t> </a:t>
            </a:r>
            <a:r>
              <a:rPr lang="en-US" sz="3000" dirty="0" err="1"/>
              <a:t>что</a:t>
            </a:r>
            <a:r>
              <a:rPr lang="en-US" sz="3000" dirty="0"/>
              <a:t> </a:t>
            </a:r>
            <a:r>
              <a:rPr lang="en-US" sz="3000" dirty="0" err="1"/>
              <a:t>скопировали</a:t>
            </a:r>
            <a:r>
              <a:rPr lang="en-US" sz="3000" dirty="0"/>
              <a:t>&gt;</a:t>
            </a:r>
            <a:br>
              <a:rPr lang="en-US" sz="3000" dirty="0"/>
            </a:br>
            <a:br>
              <a:rPr lang="en-US" sz="3000" dirty="0"/>
            </a:br>
            <a:r>
              <a:rPr lang="en-US" sz="3000" dirty="0" err="1"/>
              <a:t>и</a:t>
            </a:r>
            <a:r>
              <a:rPr lang="en-US" sz="3000" dirty="0"/>
              <a:t> </a:t>
            </a:r>
            <a:r>
              <a:rPr lang="en-US" sz="3000" dirty="0" err="1"/>
              <a:t>у</a:t>
            </a:r>
            <a:r>
              <a:rPr lang="en-US" sz="3000" dirty="0"/>
              <a:t> </a:t>
            </a:r>
            <a:r>
              <a:rPr lang="en-US" sz="3000" dirty="0" err="1"/>
              <a:t>вас</a:t>
            </a:r>
            <a:r>
              <a:rPr lang="en-US" sz="3000" dirty="0"/>
              <a:t> </a:t>
            </a:r>
            <a:r>
              <a:rPr lang="en-US" sz="3000" dirty="0" err="1"/>
              <a:t>появляется</a:t>
            </a:r>
            <a:r>
              <a:rPr lang="en-US" sz="3000" dirty="0"/>
              <a:t> </a:t>
            </a:r>
            <a:r>
              <a:rPr lang="en-US" sz="3000" dirty="0" err="1"/>
              <a:t>весь</a:t>
            </a:r>
            <a:r>
              <a:rPr lang="en-US" sz="3000" dirty="0"/>
              <a:t> </a:t>
            </a:r>
            <a:r>
              <a:rPr lang="en-US" sz="3000" dirty="0" err="1"/>
              <a:t>проекта</a:t>
            </a:r>
            <a:r>
              <a:rPr lang="en-US" sz="3000" dirty="0"/>
              <a:t> </a:t>
            </a:r>
            <a:r>
              <a:rPr lang="en-US" sz="3000" dirty="0" err="1"/>
              <a:t>который</a:t>
            </a:r>
            <a:r>
              <a:rPr lang="en-US" sz="3000" dirty="0"/>
              <a:t> </a:t>
            </a:r>
            <a:r>
              <a:rPr lang="en-US" sz="3000" dirty="0" err="1"/>
              <a:t>вы</a:t>
            </a:r>
            <a:r>
              <a:rPr lang="en-US" sz="3000" dirty="0"/>
              <a:t> </a:t>
            </a:r>
            <a:r>
              <a:rPr lang="en-US" sz="3000" dirty="0" err="1"/>
              <a:t>импортировали</a:t>
            </a:r>
            <a:r>
              <a:rPr lang="en-US" sz="3000" dirty="0"/>
              <a:t> </a:t>
            </a:r>
            <a:r>
              <a:rPr lang="en-US" sz="3000" dirty="0" err="1"/>
              <a:t>с</a:t>
            </a:r>
            <a:r>
              <a:rPr lang="en-US" sz="3000" dirty="0"/>
              <a:t> GitHub</a:t>
            </a:r>
          </a:p>
        </p:txBody>
      </p:sp>
      <p:pic>
        <p:nvPicPr>
          <p:cNvPr id="5" name="Объект 4" descr="Изображение выглядит как текст, снимок экрана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5CA12010-3EE1-6CB7-103D-2F9029EF1C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199" y="3394075"/>
            <a:ext cx="8239597" cy="3481228"/>
          </a:xfrm>
          <a:prstGeom prst="rect">
            <a:avLst/>
          </a:prstGeom>
        </p:spPr>
      </p:pic>
      <p:pic>
        <p:nvPicPr>
          <p:cNvPr id="3" name="Объект 2" descr="Изображение выглядит как текст, снимок экрана, программное обеспечение, Мультимедийное программное обеспечение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4BD80414-5631-8E83-8C40-BADCE19A95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675542" y="0"/>
            <a:ext cx="2269597" cy="6910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3453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AF15C8E-093E-4823-A12A-001BAA62B9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DC60494-71A0-4561-A012-BA2338D0DC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0" y="0"/>
            <a:ext cx="12192000" cy="229571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0DC970-D5E7-3E71-E1B6-8A227F7586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552" y="365125"/>
            <a:ext cx="10869248" cy="1570831"/>
          </a:xfrm>
        </p:spPr>
        <p:txBody>
          <a:bodyPr>
            <a:normAutofit/>
          </a:bodyPr>
          <a:lstStyle/>
          <a:p>
            <a:r>
              <a:rPr lang="ru-RU" dirty="0"/>
              <a:t>Как создавать архитектуру?</a:t>
            </a:r>
            <a:endParaRPr lang="ru-KZ" dirty="0"/>
          </a:p>
        </p:txBody>
      </p:sp>
      <p:graphicFrame>
        <p:nvGraphicFramePr>
          <p:cNvPr id="5" name="Объект 2">
            <a:extLst>
              <a:ext uri="{FF2B5EF4-FFF2-40B4-BE49-F238E27FC236}">
                <a16:creationId xmlns:a16="http://schemas.microsoft.com/office/drawing/2014/main" id="{0CD8F9BB-6971-9726-3571-D1129D576B3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05653443"/>
              </p:ext>
            </p:extLst>
          </p:nvPr>
        </p:nvGraphicFramePr>
        <p:xfrm>
          <a:off x="427383" y="2713383"/>
          <a:ext cx="11380304" cy="341409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246942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24">
            <a:extLst>
              <a:ext uri="{FF2B5EF4-FFF2-40B4-BE49-F238E27FC236}">
                <a16:creationId xmlns:a16="http://schemas.microsoft.com/office/drawing/2014/main" id="{50666DC1-CD27-4874-9484-9D06C59FE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6" name="Rectangle 26">
            <a:extLst>
              <a:ext uri="{FF2B5EF4-FFF2-40B4-BE49-F238E27FC236}">
                <a16:creationId xmlns:a16="http://schemas.microsoft.com/office/drawing/2014/main" id="{D943882F-AEE6-4F4E-93BE-2AB2966B2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7" name="Group 28">
            <a:extLst>
              <a:ext uri="{FF2B5EF4-FFF2-40B4-BE49-F238E27FC236}">
                <a16:creationId xmlns:a16="http://schemas.microsoft.com/office/drawing/2014/main" id="{4F79A470-0E2A-47B8-89F5-A265DAAD0B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095998" y="-2084"/>
            <a:ext cx="6096002" cy="2292774"/>
            <a:chOff x="6096002" y="-9073"/>
            <a:chExt cx="6095998" cy="6867073"/>
          </a:xfrm>
        </p:grpSpPr>
        <p:sp>
          <p:nvSpPr>
            <p:cNvPr id="38" name="Rectangle 29">
              <a:extLst>
                <a:ext uri="{FF2B5EF4-FFF2-40B4-BE49-F238E27FC236}">
                  <a16:creationId xmlns:a16="http://schemas.microsoft.com/office/drawing/2014/main" id="{53D3FDA4-369C-44C2-8612-A9A605F05D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2" y="-9073"/>
              <a:ext cx="6095998" cy="686707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0">
              <a:extLst>
                <a:ext uri="{FF2B5EF4-FFF2-40B4-BE49-F238E27FC236}">
                  <a16:creationId xmlns:a16="http://schemas.microsoft.com/office/drawing/2014/main" id="{391D06E1-E751-4381-B42A-4001CCCFA1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2" y="-6987"/>
              <a:ext cx="6095998" cy="6864987"/>
            </a:xfrm>
            <a:prstGeom prst="rect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40" name="Rectangle 32">
            <a:extLst>
              <a:ext uri="{FF2B5EF4-FFF2-40B4-BE49-F238E27FC236}">
                <a16:creationId xmlns:a16="http://schemas.microsoft.com/office/drawing/2014/main" id="{72EF3F9A-9717-4ACB-A30D-96694842C4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-1"/>
            <a:ext cx="6095999" cy="686133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BFDBA68-00E6-390E-6BC7-F72CDB978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276" y="474766"/>
            <a:ext cx="5611445" cy="6143010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en-US" sz="2400" dirty="0" err="1">
                <a:effectLst/>
              </a:rPr>
              <a:t>Мы</a:t>
            </a:r>
            <a:r>
              <a:rPr lang="en-US" sz="2400" dirty="0">
                <a:effectLst/>
              </a:rPr>
              <a:t> </a:t>
            </a:r>
            <a:r>
              <a:rPr lang="en-US" sz="2400" dirty="0" err="1">
                <a:effectLst/>
              </a:rPr>
              <a:t>помним</a:t>
            </a:r>
            <a:r>
              <a:rPr lang="en-US" sz="2400" dirty="0">
                <a:effectLst/>
              </a:rPr>
              <a:t>, </a:t>
            </a:r>
            <a:r>
              <a:rPr lang="en-US" sz="2400" dirty="0" err="1">
                <a:effectLst/>
              </a:rPr>
              <a:t>что</a:t>
            </a:r>
            <a:r>
              <a:rPr lang="en-US" sz="2400" dirty="0">
                <a:effectLst/>
              </a:rPr>
              <a:t> </a:t>
            </a:r>
            <a:r>
              <a:rPr lang="en-US" sz="2400" dirty="0" err="1">
                <a:effectLst/>
              </a:rPr>
              <a:t>внутри</a:t>
            </a:r>
            <a:r>
              <a:rPr lang="en-US" sz="2400" dirty="0">
                <a:effectLst/>
              </a:rPr>
              <a:t> </a:t>
            </a:r>
            <a:r>
              <a:rPr lang="en-US" sz="2400" dirty="0" err="1">
                <a:effectLst/>
              </a:rPr>
              <a:t>репозитория</a:t>
            </a:r>
            <a:r>
              <a:rPr lang="en-US" sz="2400" dirty="0">
                <a:effectLst/>
              </a:rPr>
              <a:t>, </a:t>
            </a:r>
            <a:r>
              <a:rPr lang="en-US" sz="2400" dirty="0" err="1">
                <a:effectLst/>
              </a:rPr>
              <a:t>который</a:t>
            </a:r>
            <a:r>
              <a:rPr lang="en-US" sz="2400" dirty="0">
                <a:effectLst/>
              </a:rPr>
              <a:t> </a:t>
            </a:r>
            <a:r>
              <a:rPr lang="en-US" sz="2400" dirty="0" err="1">
                <a:effectLst/>
              </a:rPr>
              <a:t>мы</a:t>
            </a:r>
            <a:r>
              <a:rPr lang="en-US" sz="2400" dirty="0">
                <a:effectLst/>
              </a:rPr>
              <a:t> </a:t>
            </a:r>
            <a:r>
              <a:rPr lang="en-US" sz="2400" dirty="0" err="1">
                <a:effectLst/>
              </a:rPr>
              <a:t>только</a:t>
            </a:r>
            <a:r>
              <a:rPr lang="en-US" sz="2400" dirty="0">
                <a:effectLst/>
              </a:rPr>
              <a:t> </a:t>
            </a:r>
            <a:r>
              <a:rPr lang="en-US" sz="2400" dirty="0" err="1">
                <a:effectLst/>
              </a:rPr>
              <a:t>что</a:t>
            </a:r>
            <a:r>
              <a:rPr lang="en-US" sz="2400" dirty="0">
                <a:effectLst/>
              </a:rPr>
              <a:t> </a:t>
            </a:r>
            <a:r>
              <a:rPr lang="en-US" sz="2400" dirty="0" err="1">
                <a:effectLst/>
              </a:rPr>
              <a:t>перенесли</a:t>
            </a:r>
            <a:r>
              <a:rPr lang="en-US" sz="2400" dirty="0">
                <a:effectLst/>
              </a:rPr>
              <a:t> </a:t>
            </a:r>
            <a:r>
              <a:rPr lang="en-US" sz="2400" dirty="0" err="1">
                <a:effectLst/>
              </a:rPr>
              <a:t>с</a:t>
            </a:r>
            <a:r>
              <a:rPr lang="en-US" sz="2400" dirty="0">
                <a:effectLst/>
              </a:rPr>
              <a:t> GitHub, </a:t>
            </a:r>
            <a:r>
              <a:rPr lang="en-US" sz="2400" dirty="0" err="1">
                <a:effectLst/>
              </a:rPr>
              <a:t>пока</a:t>
            </a:r>
            <a:r>
              <a:rPr lang="en-US" sz="2400" dirty="0">
                <a:effectLst/>
              </a:rPr>
              <a:t> </a:t>
            </a:r>
            <a:r>
              <a:rPr lang="en-US" sz="2400" dirty="0" err="1">
                <a:effectLst/>
              </a:rPr>
              <a:t>ничего</a:t>
            </a:r>
            <a:r>
              <a:rPr lang="en-US" sz="2400" dirty="0">
                <a:effectLst/>
              </a:rPr>
              <a:t> </a:t>
            </a:r>
            <a:r>
              <a:rPr lang="en-US" sz="2400" dirty="0" err="1">
                <a:effectLst/>
              </a:rPr>
              <a:t>нет</a:t>
            </a:r>
            <a:r>
              <a:rPr lang="en-US" sz="2400" dirty="0">
                <a:effectLst/>
              </a:rPr>
              <a:t>.</a:t>
            </a:r>
            <a:br>
              <a:rPr lang="en-US" sz="2400" dirty="0">
                <a:effectLst/>
              </a:rPr>
            </a:br>
            <a:r>
              <a:rPr lang="en-US" sz="2400" dirty="0" err="1">
                <a:effectLst/>
              </a:rPr>
              <a:t>Теперь</a:t>
            </a:r>
            <a:r>
              <a:rPr lang="en-US" sz="2400" dirty="0">
                <a:effectLst/>
              </a:rPr>
              <a:t> </a:t>
            </a:r>
            <a:r>
              <a:rPr lang="en-US" sz="2400" dirty="0" err="1">
                <a:effectLst/>
              </a:rPr>
              <a:t>открываем</a:t>
            </a:r>
            <a:r>
              <a:rPr lang="en-US" sz="2400" dirty="0">
                <a:effectLst/>
              </a:rPr>
              <a:t> </a:t>
            </a:r>
            <a:r>
              <a:rPr lang="en-US" sz="2400" dirty="0" err="1">
                <a:effectLst/>
              </a:rPr>
              <a:t>проект</a:t>
            </a:r>
            <a:r>
              <a:rPr lang="en-US" sz="2400" dirty="0">
                <a:effectLst/>
              </a:rPr>
              <a:t> </a:t>
            </a:r>
            <a:r>
              <a:rPr lang="en-US" sz="2400" dirty="0" err="1">
                <a:effectLst/>
              </a:rPr>
              <a:t>в</a:t>
            </a:r>
            <a:r>
              <a:rPr lang="en-US" sz="2400" dirty="0">
                <a:effectLst/>
              </a:rPr>
              <a:t> VS Code </a:t>
            </a:r>
            <a:r>
              <a:rPr lang="en-US" sz="2400" dirty="0" err="1">
                <a:effectLst/>
              </a:rPr>
              <a:t>и</a:t>
            </a:r>
            <a:r>
              <a:rPr lang="en-US" sz="2400" dirty="0">
                <a:effectLst/>
              </a:rPr>
              <a:t> </a:t>
            </a:r>
            <a:r>
              <a:rPr lang="en-US" sz="2400" dirty="0" err="1">
                <a:effectLst/>
              </a:rPr>
              <a:t>начинаем</a:t>
            </a:r>
            <a:r>
              <a:rPr lang="en-US" sz="2400" dirty="0">
                <a:effectLst/>
              </a:rPr>
              <a:t> </a:t>
            </a:r>
            <a:r>
              <a:rPr lang="en-US" sz="2400" dirty="0" err="1">
                <a:effectLst/>
              </a:rPr>
              <a:t>создавать</a:t>
            </a:r>
            <a:r>
              <a:rPr lang="en-US" sz="2400" dirty="0">
                <a:effectLst/>
              </a:rPr>
              <a:t> </a:t>
            </a:r>
            <a:r>
              <a:rPr lang="en-US" sz="2400" dirty="0" err="1">
                <a:effectLst/>
              </a:rPr>
              <a:t>структуру</a:t>
            </a:r>
            <a:r>
              <a:rPr lang="en-US" sz="2400" dirty="0">
                <a:effectLst/>
              </a:rPr>
              <a:t>.</a:t>
            </a:r>
            <a:br>
              <a:rPr lang="en-US" sz="2400" dirty="0">
                <a:effectLst/>
              </a:rPr>
            </a:br>
            <a:br>
              <a:rPr lang="en-US" sz="2400" dirty="0">
                <a:effectLst/>
              </a:rPr>
            </a:br>
            <a:r>
              <a:rPr lang="en-US" sz="2400" dirty="0">
                <a:effectLst/>
              </a:rPr>
              <a:t>1. </a:t>
            </a:r>
            <a:r>
              <a:rPr lang="en-US" sz="2400" dirty="0" err="1">
                <a:effectLst/>
              </a:rPr>
              <a:t>В</a:t>
            </a:r>
            <a:r>
              <a:rPr lang="en-US" sz="2400" dirty="0">
                <a:effectLst/>
              </a:rPr>
              <a:t> </a:t>
            </a:r>
            <a:r>
              <a:rPr lang="en-US" sz="2400" dirty="0" err="1">
                <a:effectLst/>
              </a:rPr>
              <a:t>боковой</a:t>
            </a:r>
            <a:r>
              <a:rPr lang="en-US" sz="2400" dirty="0">
                <a:effectLst/>
              </a:rPr>
              <a:t> </a:t>
            </a:r>
            <a:r>
              <a:rPr lang="en-US" sz="2400" dirty="0" err="1">
                <a:effectLst/>
              </a:rPr>
              <a:t>панели</a:t>
            </a:r>
            <a:r>
              <a:rPr lang="en-US" sz="2400" dirty="0">
                <a:effectLst/>
              </a:rPr>
              <a:t> </a:t>
            </a:r>
            <a:r>
              <a:rPr lang="en-US" sz="2400" dirty="0" err="1">
                <a:effectLst/>
              </a:rPr>
              <a:t>проводника</a:t>
            </a:r>
            <a:r>
              <a:rPr lang="en-US" sz="2400" dirty="0">
                <a:effectLst/>
              </a:rPr>
              <a:t> </a:t>
            </a:r>
            <a:r>
              <a:rPr lang="en-US" sz="2400" dirty="0" err="1">
                <a:effectLst/>
              </a:rPr>
              <a:t>нажимаем</a:t>
            </a:r>
            <a:r>
              <a:rPr lang="en-US" sz="2400" dirty="0">
                <a:effectLst/>
              </a:rPr>
              <a:t> “New Folder”.</a:t>
            </a:r>
            <a:br>
              <a:rPr lang="en-US" sz="2400" dirty="0">
                <a:effectLst/>
              </a:rPr>
            </a:br>
            <a:br>
              <a:rPr lang="en-US" sz="2400" dirty="0">
                <a:effectLst/>
              </a:rPr>
            </a:br>
            <a:r>
              <a:rPr lang="en-US" sz="2400" dirty="0">
                <a:effectLst/>
              </a:rPr>
              <a:t>2. </a:t>
            </a:r>
            <a:r>
              <a:rPr lang="en-US" sz="2400" dirty="0" err="1">
                <a:effectLst/>
              </a:rPr>
              <a:t>Вводим</a:t>
            </a:r>
            <a:r>
              <a:rPr lang="en-US" sz="2400" dirty="0">
                <a:effectLst/>
              </a:rPr>
              <a:t> </a:t>
            </a:r>
            <a:r>
              <a:rPr lang="en-US" sz="2400" dirty="0" err="1">
                <a:effectLst/>
              </a:rPr>
              <a:t>название</a:t>
            </a:r>
            <a:r>
              <a:rPr lang="en-US" sz="2400" dirty="0">
                <a:effectLst/>
              </a:rPr>
              <a:t> </a:t>
            </a:r>
            <a:r>
              <a:rPr lang="en-US" sz="2400" dirty="0" err="1">
                <a:effectLst/>
              </a:rPr>
              <a:t>папки</a:t>
            </a:r>
            <a:r>
              <a:rPr lang="en-US" sz="2400" dirty="0">
                <a:effectLst/>
              </a:rPr>
              <a:t>: module_01.</a:t>
            </a:r>
            <a:br>
              <a:rPr lang="en-US" sz="2400" dirty="0">
                <a:effectLst/>
              </a:rPr>
            </a:br>
            <a:br>
              <a:rPr lang="en-US" sz="2400" dirty="0">
                <a:effectLst/>
              </a:rPr>
            </a:br>
            <a:r>
              <a:rPr lang="en-US" sz="2400" dirty="0">
                <a:effectLst/>
              </a:rPr>
              <a:t>3. </a:t>
            </a:r>
            <a:r>
              <a:rPr lang="en-US" sz="2400" dirty="0" err="1">
                <a:effectLst/>
              </a:rPr>
              <a:t>Нажимаем</a:t>
            </a:r>
            <a:r>
              <a:rPr lang="en-US" sz="2400" dirty="0">
                <a:effectLst/>
              </a:rPr>
              <a:t> Enter — </a:t>
            </a:r>
            <a:r>
              <a:rPr lang="en-US" sz="2400" dirty="0" err="1">
                <a:effectLst/>
              </a:rPr>
              <a:t>первая</a:t>
            </a:r>
            <a:r>
              <a:rPr lang="en-US" sz="2400" dirty="0">
                <a:effectLst/>
              </a:rPr>
              <a:t> </a:t>
            </a:r>
            <a:r>
              <a:rPr lang="en-US" sz="2400" dirty="0" err="1">
                <a:effectLst/>
              </a:rPr>
              <a:t>папка</a:t>
            </a:r>
            <a:r>
              <a:rPr lang="en-US" sz="2400" dirty="0">
                <a:effectLst/>
              </a:rPr>
              <a:t> </a:t>
            </a:r>
            <a:r>
              <a:rPr lang="en-US" sz="2400" dirty="0" err="1">
                <a:effectLst/>
              </a:rPr>
              <a:t>модуля</a:t>
            </a:r>
            <a:r>
              <a:rPr lang="en-US" sz="2400" dirty="0">
                <a:effectLst/>
              </a:rPr>
              <a:t> </a:t>
            </a:r>
            <a:r>
              <a:rPr lang="en-US" sz="2400" dirty="0" err="1">
                <a:effectLst/>
              </a:rPr>
              <a:t>создана</a:t>
            </a:r>
            <a:r>
              <a:rPr lang="en-US" sz="2400" dirty="0">
                <a:effectLst/>
              </a:rPr>
              <a:t>.</a:t>
            </a:r>
            <a:br>
              <a:rPr lang="en-US" sz="2400" dirty="0">
                <a:effectLst/>
              </a:rPr>
            </a:br>
            <a:br>
              <a:rPr lang="en-US" sz="2400" dirty="0">
                <a:effectLst/>
              </a:rPr>
            </a:br>
            <a:r>
              <a:rPr lang="en-US" sz="2400" dirty="0" err="1">
                <a:effectLst/>
              </a:rPr>
              <a:t>Так</a:t>
            </a:r>
            <a:r>
              <a:rPr lang="en-US" sz="2400" dirty="0">
                <a:effectLst/>
              </a:rPr>
              <a:t> </a:t>
            </a:r>
            <a:r>
              <a:rPr lang="en-US" sz="2400" dirty="0" err="1">
                <a:effectLst/>
              </a:rPr>
              <a:t>мы</a:t>
            </a:r>
            <a:r>
              <a:rPr lang="en-US" sz="2400" dirty="0">
                <a:effectLst/>
              </a:rPr>
              <a:t> </a:t>
            </a:r>
            <a:r>
              <a:rPr lang="en-US" sz="2400" dirty="0" err="1">
                <a:effectLst/>
              </a:rPr>
              <a:t>начинаем</a:t>
            </a:r>
            <a:r>
              <a:rPr lang="en-US" sz="2400" dirty="0">
                <a:effectLst/>
              </a:rPr>
              <a:t> </a:t>
            </a:r>
            <a:r>
              <a:rPr lang="en-US" sz="2400" dirty="0" err="1">
                <a:effectLst/>
              </a:rPr>
              <a:t>формировать</a:t>
            </a:r>
            <a:r>
              <a:rPr lang="en-US" sz="2400" dirty="0">
                <a:effectLst/>
              </a:rPr>
              <a:t> </a:t>
            </a:r>
            <a:r>
              <a:rPr lang="en-US" sz="2400" dirty="0" err="1">
                <a:effectLst/>
              </a:rPr>
              <a:t>основу</a:t>
            </a:r>
            <a:r>
              <a:rPr lang="en-US" sz="2400" dirty="0">
                <a:effectLst/>
              </a:rPr>
              <a:t> </a:t>
            </a:r>
            <a:r>
              <a:rPr lang="en-US" sz="2400" dirty="0" err="1">
                <a:effectLst/>
              </a:rPr>
              <a:t>проекта</a:t>
            </a:r>
            <a:r>
              <a:rPr lang="en-US" sz="2400" dirty="0">
                <a:effectLst/>
              </a:rPr>
              <a:t>, </a:t>
            </a:r>
            <a:r>
              <a:rPr lang="en-US" sz="2400" dirty="0" err="1">
                <a:effectLst/>
              </a:rPr>
              <a:t>в</a:t>
            </a:r>
            <a:r>
              <a:rPr lang="en-US" sz="2400" dirty="0">
                <a:effectLst/>
              </a:rPr>
              <a:t> </a:t>
            </a:r>
            <a:r>
              <a:rPr lang="en-US" sz="2400" dirty="0" err="1">
                <a:effectLst/>
              </a:rPr>
              <a:t>которой</a:t>
            </a:r>
            <a:r>
              <a:rPr lang="en-US" sz="2400" dirty="0">
                <a:effectLst/>
              </a:rPr>
              <a:t> </a:t>
            </a:r>
            <a:r>
              <a:rPr lang="en-US" sz="2400" dirty="0" err="1">
                <a:effectLst/>
              </a:rPr>
              <a:t>каждый</a:t>
            </a:r>
            <a:r>
              <a:rPr lang="en-US" sz="2400" dirty="0">
                <a:effectLst/>
              </a:rPr>
              <a:t> </a:t>
            </a:r>
            <a:r>
              <a:rPr lang="en-US" sz="2400" dirty="0" err="1">
                <a:effectLst/>
              </a:rPr>
              <a:t>модуль</a:t>
            </a:r>
            <a:r>
              <a:rPr lang="en-US" sz="2400" dirty="0">
                <a:effectLst/>
              </a:rPr>
              <a:t> </a:t>
            </a:r>
            <a:r>
              <a:rPr lang="en-US" sz="2400" dirty="0" err="1">
                <a:effectLst/>
              </a:rPr>
              <a:t>будет</a:t>
            </a:r>
            <a:r>
              <a:rPr lang="en-US" sz="2400" dirty="0">
                <a:effectLst/>
              </a:rPr>
              <a:t> </a:t>
            </a:r>
            <a:r>
              <a:rPr lang="en-US" sz="2400" dirty="0" err="1">
                <a:effectLst/>
              </a:rPr>
              <a:t>храниться</a:t>
            </a:r>
            <a:r>
              <a:rPr lang="en-US" sz="2400" dirty="0">
                <a:effectLst/>
              </a:rPr>
              <a:t> </a:t>
            </a:r>
            <a:r>
              <a:rPr lang="en-US" sz="2400" dirty="0" err="1">
                <a:effectLst/>
              </a:rPr>
              <a:t>отдельно</a:t>
            </a:r>
            <a:r>
              <a:rPr lang="en-US" sz="2400" dirty="0">
                <a:effectLst/>
              </a:rPr>
              <a:t> </a:t>
            </a:r>
            <a:r>
              <a:rPr lang="en-US" sz="2400" dirty="0" err="1">
                <a:effectLst/>
              </a:rPr>
              <a:t>и</a:t>
            </a:r>
            <a:r>
              <a:rPr lang="en-US" sz="2400" dirty="0">
                <a:effectLst/>
              </a:rPr>
              <a:t> </a:t>
            </a:r>
            <a:r>
              <a:rPr lang="en-US" sz="2400" dirty="0" err="1">
                <a:effectLst/>
              </a:rPr>
              <a:t>аккуратно</a:t>
            </a:r>
            <a:r>
              <a:rPr lang="en-US" sz="2400" dirty="0">
                <a:effectLst/>
              </a:rPr>
              <a:t>.</a:t>
            </a:r>
            <a:br>
              <a:rPr lang="en-US" sz="2400" dirty="0">
                <a:effectLst/>
              </a:rPr>
            </a:br>
            <a:endParaRPr lang="en-US" sz="2400" dirty="0"/>
          </a:p>
        </p:txBody>
      </p:sp>
      <p:pic>
        <p:nvPicPr>
          <p:cNvPr id="20" name="Объект 19" descr="Изображение выглядит как текст, снимок экрана, программное обеспечение, Мультимедийное программное обеспечение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2D1FFB09-F31A-E4AD-5C45-AFB1F99CA0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13617" y="1594049"/>
            <a:ext cx="6178383" cy="3429000"/>
          </a:xfrm>
          <a:prstGeom prst="rect">
            <a:avLst/>
          </a:prstGeom>
        </p:spPr>
      </p:pic>
      <p:cxnSp>
        <p:nvCxnSpPr>
          <p:cNvPr id="21" name="Прямая со стрелкой 20">
            <a:extLst>
              <a:ext uri="{FF2B5EF4-FFF2-40B4-BE49-F238E27FC236}">
                <a16:creationId xmlns:a16="http://schemas.microsoft.com/office/drawing/2014/main" id="{363DE29C-59D3-7FE1-9E8F-3B0D2FA352AD}"/>
              </a:ext>
            </a:extLst>
          </p:cNvPr>
          <p:cNvCxnSpPr>
            <a:cxnSpLocks/>
          </p:cNvCxnSpPr>
          <p:nvPr/>
        </p:nvCxnSpPr>
        <p:spPr>
          <a:xfrm flipV="1">
            <a:off x="10185721" y="2788940"/>
            <a:ext cx="833378" cy="1216249"/>
          </a:xfrm>
          <a:prstGeom prst="straightConnector1">
            <a:avLst/>
          </a:prstGeom>
          <a:ln w="60325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69911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0">
            <a:extLst>
              <a:ext uri="{FF2B5EF4-FFF2-40B4-BE49-F238E27FC236}">
                <a16:creationId xmlns:a16="http://schemas.microsoft.com/office/drawing/2014/main" id="{F06B261F-632C-43DC-8DC7-7723B36827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2">
            <a:extLst>
              <a:ext uri="{FF2B5EF4-FFF2-40B4-BE49-F238E27FC236}">
                <a16:creationId xmlns:a16="http://schemas.microsoft.com/office/drawing/2014/main" id="{4E524C7F-EE50-42C5-9434-7C78CE0444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5998" cy="686133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5B0BB0-24BE-5C30-077E-EE0E92ECCE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552" y="719474"/>
            <a:ext cx="4880268" cy="5312779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ru-RU" sz="1800" dirty="0">
                <a:effectLst/>
                <a:latin typeface="Helvetica Neue" panose="02000503000000020004" pitchFamily="2" charset="0"/>
              </a:rPr>
              <a:t>Теперь, когда папка </a:t>
            </a:r>
            <a:r>
              <a:rPr lang="en" sz="1800" dirty="0">
                <a:effectLst/>
                <a:latin typeface="Helvetica Neue" panose="02000503000000020004" pitchFamily="2" charset="0"/>
              </a:rPr>
              <a:t>module_01 </a:t>
            </a:r>
            <a:r>
              <a:rPr lang="ru-RU" sz="1800" dirty="0">
                <a:effectLst/>
                <a:latin typeface="Helvetica Neue" panose="02000503000000020004" pitchFamily="2" charset="0"/>
              </a:rPr>
              <a:t>создана, переходим к наполнению её внутренней структурой.</a:t>
            </a:r>
            <a:br>
              <a:rPr lang="ru-RU" sz="1800" dirty="0">
                <a:effectLst/>
                <a:latin typeface="Helvetica Neue" panose="02000503000000020004" pitchFamily="2" charset="0"/>
              </a:rPr>
            </a:br>
            <a:br>
              <a:rPr lang="ru-RU" sz="1800" dirty="0">
                <a:effectLst/>
                <a:latin typeface="Helvetica Neue" panose="02000503000000020004" pitchFamily="2" charset="0"/>
              </a:rPr>
            </a:br>
            <a:r>
              <a:rPr lang="ru-RU" sz="1800" dirty="0">
                <a:effectLst/>
                <a:latin typeface="Helvetica Neue" panose="02000503000000020004" pitchFamily="2" charset="0"/>
              </a:rPr>
              <a:t>Создаём папки для каждого типа работы</a:t>
            </a:r>
            <a:br>
              <a:rPr lang="en-US" sz="1800" dirty="0">
                <a:effectLst/>
                <a:latin typeface="Helvetica Neue" panose="02000503000000020004" pitchFamily="2" charset="0"/>
              </a:rPr>
            </a:br>
            <a:br>
              <a:rPr lang="ru-RU" sz="1800" dirty="0">
                <a:effectLst/>
                <a:latin typeface="Helvetica Neue" panose="02000503000000020004" pitchFamily="2" charset="0"/>
              </a:rPr>
            </a:br>
            <a:r>
              <a:rPr lang="ru-RU" sz="1800" dirty="0">
                <a:effectLst/>
                <a:latin typeface="Helvetica Neue" panose="02000503000000020004" pitchFamily="2" charset="0"/>
              </a:rPr>
              <a:t>1. Кликаем по папке </a:t>
            </a:r>
            <a:r>
              <a:rPr lang="en" sz="1800" dirty="0">
                <a:effectLst/>
                <a:latin typeface="Helvetica Neue" panose="02000503000000020004" pitchFamily="2" charset="0"/>
              </a:rPr>
              <a:t>module_01 </a:t>
            </a:r>
            <a:r>
              <a:rPr lang="ru-RU" sz="1800" dirty="0">
                <a:effectLst/>
                <a:latin typeface="Helvetica Neue" panose="02000503000000020004" pitchFamily="2" charset="0"/>
              </a:rPr>
              <a:t>правой кнопкой мыши.</a:t>
            </a:r>
            <a:br>
              <a:rPr lang="en-US" sz="1800" dirty="0">
                <a:effectLst/>
                <a:latin typeface="Helvetica Neue" panose="02000503000000020004" pitchFamily="2" charset="0"/>
              </a:rPr>
            </a:br>
            <a:br>
              <a:rPr lang="ru-RU" sz="1800" dirty="0">
                <a:effectLst/>
                <a:latin typeface="Helvetica Neue" panose="02000503000000020004" pitchFamily="2" charset="0"/>
              </a:rPr>
            </a:br>
            <a:r>
              <a:rPr lang="ru-RU" sz="1800" dirty="0">
                <a:effectLst/>
                <a:latin typeface="Helvetica Neue" panose="02000503000000020004" pitchFamily="2" charset="0"/>
              </a:rPr>
              <a:t>2. Выбираем “</a:t>
            </a:r>
            <a:r>
              <a:rPr lang="en" sz="1800" dirty="0">
                <a:effectLst/>
                <a:latin typeface="Helvetica Neue" panose="02000503000000020004" pitchFamily="2" charset="0"/>
              </a:rPr>
              <a:t>New Folder”.</a:t>
            </a:r>
            <a:br>
              <a:rPr lang="en" sz="1800" dirty="0">
                <a:effectLst/>
                <a:latin typeface="Helvetica Neue" panose="02000503000000020004" pitchFamily="2" charset="0"/>
              </a:rPr>
            </a:br>
            <a:br>
              <a:rPr lang="en" sz="1800" dirty="0">
                <a:effectLst/>
                <a:latin typeface="Helvetica Neue" panose="02000503000000020004" pitchFamily="2" charset="0"/>
              </a:rPr>
            </a:br>
            <a:r>
              <a:rPr lang="en" sz="1800" dirty="0">
                <a:effectLst/>
                <a:latin typeface="Helvetica Neue" panose="02000503000000020004" pitchFamily="2" charset="0"/>
              </a:rPr>
              <a:t>3. </a:t>
            </a:r>
            <a:r>
              <a:rPr lang="ru-RU" sz="1800" dirty="0">
                <a:effectLst/>
                <a:latin typeface="Helvetica Neue" panose="02000503000000020004" pitchFamily="2" charset="0"/>
              </a:rPr>
              <a:t>Создаём три вложенные папки:</a:t>
            </a:r>
            <a:br>
              <a:rPr lang="en-US" sz="1800" dirty="0">
                <a:effectLst/>
                <a:latin typeface="Helvetica Neue" panose="02000503000000020004" pitchFamily="2" charset="0"/>
              </a:rPr>
            </a:br>
            <a:br>
              <a:rPr lang="ru-RU" sz="1800" dirty="0">
                <a:effectLst/>
                <a:latin typeface="Helvetica Neue" panose="02000503000000020004" pitchFamily="2" charset="0"/>
              </a:rPr>
            </a:br>
            <a:r>
              <a:rPr lang="en" sz="1800" dirty="0">
                <a:effectLst/>
                <a:latin typeface="Helvetica Neue" panose="02000503000000020004" pitchFamily="2" charset="0"/>
              </a:rPr>
              <a:t>homework</a:t>
            </a:r>
            <a:br>
              <a:rPr lang="en" sz="1800" dirty="0">
                <a:effectLst/>
                <a:latin typeface="Helvetica Neue" panose="02000503000000020004" pitchFamily="2" charset="0"/>
              </a:rPr>
            </a:br>
            <a:r>
              <a:rPr lang="en" sz="1800" dirty="0">
                <a:effectLst/>
                <a:latin typeface="Helvetica Neue" panose="02000503000000020004" pitchFamily="2" charset="0"/>
              </a:rPr>
              <a:t>practice</a:t>
            </a:r>
            <a:br>
              <a:rPr lang="en" sz="1800" dirty="0">
                <a:effectLst/>
                <a:latin typeface="Helvetica Neue" panose="02000503000000020004" pitchFamily="2" charset="0"/>
              </a:rPr>
            </a:br>
            <a:r>
              <a:rPr lang="en" sz="1800" dirty="0">
                <a:effectLst/>
                <a:latin typeface="Helvetica Neue" panose="02000503000000020004" pitchFamily="2" charset="0"/>
              </a:rPr>
              <a:t>lab</a:t>
            </a:r>
            <a:br>
              <a:rPr lang="en" sz="1800" dirty="0">
                <a:effectLst/>
                <a:latin typeface="Helvetica Neue" panose="02000503000000020004" pitchFamily="2" charset="0"/>
              </a:rPr>
            </a:br>
            <a:br>
              <a:rPr lang="en" sz="1800" dirty="0">
                <a:effectLst/>
                <a:latin typeface="Helvetica Neue" panose="02000503000000020004" pitchFamily="2" charset="0"/>
              </a:rPr>
            </a:br>
            <a:r>
              <a:rPr lang="ru-RU" sz="1800" dirty="0">
                <a:effectLst/>
                <a:latin typeface="Helvetica Neue" panose="02000503000000020004" pitchFamily="2" charset="0"/>
              </a:rPr>
              <a:t>Теперь модуль имеет три раздела — для домашней работы, практической работы и лабораторной.</a:t>
            </a:r>
            <a:br>
              <a:rPr lang="ru-RU" sz="1800" dirty="0">
                <a:effectLst/>
                <a:latin typeface="Helvetica Neue" panose="02000503000000020004" pitchFamily="2" charset="0"/>
              </a:rPr>
            </a:br>
            <a:endParaRPr lang="ru-KZ" sz="1800" dirty="0"/>
          </a:p>
        </p:txBody>
      </p:sp>
      <p:pic>
        <p:nvPicPr>
          <p:cNvPr id="4" name="Объект 3" descr="Изображение выглядит как текст, снимок экрана, программное обеспечение, Мультимедийное программное обеспечение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C8D84173-D57D-66FE-C08E-9063DA7DF7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8" y="1493919"/>
            <a:ext cx="6095998" cy="3169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49658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F06B261F-632C-43DC-8DC7-7723B36827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E524C7F-EE50-42C5-9434-7C78CE0444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5998" cy="686133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BE21B0-A007-7DB8-027A-088698E20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552" y="110482"/>
            <a:ext cx="4099023" cy="5572688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ru-RU" sz="2400" b="1" dirty="0"/>
              <a:t>3. Добавляем файл задания</a:t>
            </a:r>
            <a:br>
              <a:rPr lang="ru-RU" sz="2400" b="1" dirty="0"/>
            </a:br>
            <a:br>
              <a:rPr lang="ru-RU" sz="2400" dirty="0"/>
            </a:br>
            <a:br>
              <a:rPr lang="ru-RU" sz="2400" dirty="0"/>
            </a:br>
            <a:r>
              <a:rPr lang="ru-RU" sz="2400" dirty="0"/>
              <a:t>Внутри каждой из этих папок нужно создать файл с текстом задания.</a:t>
            </a:r>
            <a:br>
              <a:rPr lang="en-US" sz="2400" dirty="0"/>
            </a:br>
            <a:br>
              <a:rPr lang="ru-RU" sz="2400" dirty="0"/>
            </a:br>
            <a:r>
              <a:rPr lang="ru-RU" sz="2400" dirty="0"/>
              <a:t>Заходим, например,  </a:t>
            </a:r>
            <a:r>
              <a:rPr lang="en" sz="2400" b="1" dirty="0"/>
              <a:t>homework</a:t>
            </a:r>
            <a:r>
              <a:rPr lang="en" sz="2400" dirty="0"/>
              <a:t>.</a:t>
            </a:r>
            <a:br>
              <a:rPr lang="en" sz="2400" dirty="0"/>
            </a:br>
            <a:br>
              <a:rPr lang="en" sz="2400" dirty="0"/>
            </a:br>
            <a:r>
              <a:rPr lang="ru-RU" sz="2400" dirty="0"/>
              <a:t>Нажимаем </a:t>
            </a:r>
            <a:r>
              <a:rPr lang="ru-RU" sz="2400" b="1" dirty="0"/>
              <a:t>“</a:t>
            </a:r>
            <a:r>
              <a:rPr lang="en" sz="2400" b="1" dirty="0"/>
              <a:t>New File”</a:t>
            </a:r>
            <a:r>
              <a:rPr lang="en" sz="2400" dirty="0"/>
              <a:t>.</a:t>
            </a:r>
            <a:br>
              <a:rPr lang="en" sz="2400" dirty="0"/>
            </a:br>
            <a:br>
              <a:rPr lang="en" sz="2400" dirty="0"/>
            </a:br>
            <a:r>
              <a:rPr lang="ru-RU" sz="2400" dirty="0"/>
              <a:t>Даём имя:</a:t>
            </a:r>
            <a:br>
              <a:rPr lang="ru-RU" sz="2400" dirty="0"/>
            </a:br>
            <a:endParaRPr lang="ru-KZ" sz="2400" dirty="0"/>
          </a:p>
        </p:txBody>
      </p:sp>
      <p:pic>
        <p:nvPicPr>
          <p:cNvPr id="4" name="Объект 3" descr="Изображение выглядит как текст, снимок экрана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FB7B2FAD-FCC9-9A16-04C3-A90B5EE6EA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4215" y="883404"/>
            <a:ext cx="6427785" cy="5383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11650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7">
            <a:extLst>
              <a:ext uri="{FF2B5EF4-FFF2-40B4-BE49-F238E27FC236}">
                <a16:creationId xmlns:a16="http://schemas.microsoft.com/office/drawing/2014/main" id="{C554CFA0-E502-4D3A-9FE7-F49553F4D2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D7E30-B50A-4ADD-8244-B02C404B75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047991" cy="3429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CFA2EF0-17CC-F4DC-51F4-E1A401DE8E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222" y="365125"/>
            <a:ext cx="2644746" cy="2842099"/>
          </a:xfrm>
        </p:spPr>
        <p:txBody>
          <a:bodyPr>
            <a:normAutofit/>
          </a:bodyPr>
          <a:lstStyle/>
          <a:p>
            <a:r>
              <a:rPr lang="en-US" sz="3600"/>
              <a:t>Readme.md</a:t>
            </a:r>
            <a:endParaRPr lang="ru-KZ" sz="36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7D6887E-0D0C-441D-AAF6-B1E7D1219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429000"/>
            <a:ext cx="3047997" cy="3438071"/>
            <a:chOff x="0" y="3438071"/>
            <a:chExt cx="3047997" cy="34290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172EC78-01A4-4610-A4CC-20D3621727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" y="3438071"/>
              <a:ext cx="3047991" cy="3429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A3A9756-EBE7-453A-A0B3-2931AD3E7B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3438071"/>
              <a:ext cx="3047997" cy="3429000"/>
            </a:xfrm>
            <a:prstGeom prst="rect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Объект 2">
            <a:extLst>
              <a:ext uri="{FF2B5EF4-FFF2-40B4-BE49-F238E27FC236}">
                <a16:creationId xmlns:a16="http://schemas.microsoft.com/office/drawing/2014/main" id="{9C0457F6-0583-A8D6-C0EF-8A7506BEBA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0" y="0"/>
            <a:ext cx="9144003" cy="6867071"/>
          </a:xfrm>
        </p:spPr>
        <p:txBody>
          <a:bodyPr anchor="ctr">
            <a:normAutofit/>
          </a:bodyPr>
          <a:lstStyle/>
          <a:p>
            <a:pPr>
              <a:lnSpc>
                <a:spcPct val="110000"/>
              </a:lnSpc>
              <a:buNone/>
            </a:pPr>
            <a:r>
              <a:rPr lang="ru-RU" dirty="0"/>
              <a:t>Помните: в каждом проекте должен быть ещё один крайне важный файл.</a:t>
            </a:r>
          </a:p>
          <a:p>
            <a:pPr>
              <a:lnSpc>
                <a:spcPct val="110000"/>
              </a:lnSpc>
              <a:buNone/>
            </a:pPr>
            <a:r>
              <a:rPr lang="ru-RU" dirty="0"/>
              <a:t>Его задача — объяснить другим программистам, </a:t>
            </a:r>
            <a:r>
              <a:rPr lang="ru-RU" b="1" dirty="0"/>
              <a:t>как устроен ваш код, как его запускать, как его проверять и на какие ключевые моменты стоит обратить внимание</a:t>
            </a:r>
            <a:r>
              <a:rPr lang="ru-RU" dirty="0"/>
              <a:t>.</a:t>
            </a:r>
          </a:p>
          <a:p>
            <a:pPr>
              <a:lnSpc>
                <a:spcPct val="110000"/>
              </a:lnSpc>
              <a:buNone/>
            </a:pPr>
            <a:r>
              <a:rPr lang="ru-RU" dirty="0"/>
              <a:t>Этот файл называется </a:t>
            </a:r>
            <a:r>
              <a:rPr lang="en" b="1" dirty="0"/>
              <a:t>README</a:t>
            </a:r>
            <a:r>
              <a:rPr lang="en" dirty="0"/>
              <a:t> (</a:t>
            </a:r>
            <a:r>
              <a:rPr lang="ru-RU" dirty="0"/>
              <a:t>от английского </a:t>
            </a:r>
            <a:r>
              <a:rPr lang="ru-RU" i="1" dirty="0"/>
              <a:t>“</a:t>
            </a:r>
            <a:r>
              <a:rPr lang="en" i="1" dirty="0"/>
              <a:t>read me”</a:t>
            </a:r>
            <a:r>
              <a:rPr lang="en" dirty="0"/>
              <a:t> — «</a:t>
            </a:r>
            <a:r>
              <a:rPr lang="ru-RU" dirty="0"/>
              <a:t>прочитай меня»).</a:t>
            </a:r>
          </a:p>
          <a:p>
            <a:pPr>
              <a:lnSpc>
                <a:spcPct val="110000"/>
              </a:lnSpc>
              <a:buNone/>
            </a:pPr>
            <a:r>
              <a:rPr lang="en" dirty="0"/>
              <a:t>README — </a:t>
            </a:r>
            <a:r>
              <a:rPr lang="ru-RU" dirty="0"/>
              <a:t>это </a:t>
            </a:r>
            <a:r>
              <a:rPr lang="ru-RU" b="1" dirty="0"/>
              <a:t>лицо вашего проекта</a:t>
            </a:r>
            <a:r>
              <a:rPr lang="ru-RU" dirty="0"/>
              <a:t>.</a:t>
            </a:r>
          </a:p>
          <a:p>
            <a:pPr>
              <a:lnSpc>
                <a:spcPct val="110000"/>
              </a:lnSpc>
              <a:buNone/>
            </a:pPr>
            <a:r>
              <a:rPr lang="ru-RU" dirty="0"/>
              <a:t>Чаще всего именно с него начинают ознакомление преподаватели, коллеги или будущие работодатели.</a:t>
            </a:r>
          </a:p>
          <a:p>
            <a:pPr>
              <a:lnSpc>
                <a:spcPct val="110000"/>
              </a:lnSpc>
              <a:buNone/>
            </a:pPr>
            <a:r>
              <a:rPr lang="ru-RU" dirty="0"/>
              <a:t>Хороший </a:t>
            </a:r>
            <a:r>
              <a:rPr lang="en" dirty="0"/>
              <a:t>README </a:t>
            </a:r>
            <a:r>
              <a:rPr lang="ru-RU" dirty="0"/>
              <a:t>должен ясно и структурированно отвечать на вопросы:</a:t>
            </a:r>
          </a:p>
          <a:p>
            <a:pPr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ru-RU" dirty="0"/>
              <a:t>что это за модуль;</a:t>
            </a:r>
          </a:p>
          <a:p>
            <a:pPr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ru-RU" dirty="0"/>
              <a:t>какие задания в нём выполнены;</a:t>
            </a:r>
          </a:p>
          <a:p>
            <a:pPr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ru-RU" dirty="0"/>
              <a:t>какие шаблоны проектирования применены;</a:t>
            </a:r>
          </a:p>
          <a:p>
            <a:pPr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ru-RU" dirty="0"/>
              <a:t>как правильно запускать и тестировать проект.</a:t>
            </a:r>
          </a:p>
          <a:p>
            <a:pPr>
              <a:lnSpc>
                <a:spcPct val="110000"/>
              </a:lnSpc>
            </a:pPr>
            <a:r>
              <a:rPr lang="ru-RU" dirty="0"/>
              <a:t>Именно поэтому </a:t>
            </a:r>
            <a:r>
              <a:rPr lang="en" dirty="0"/>
              <a:t>README </a:t>
            </a:r>
            <a:r>
              <a:rPr lang="ru-RU" dirty="0"/>
              <a:t>нужно оформлять </a:t>
            </a:r>
            <a:r>
              <a:rPr lang="ru-RU" b="1" dirty="0"/>
              <a:t>грамотно, аккуратно и понятно</a:t>
            </a:r>
            <a:r>
              <a:rPr lang="ru-RU" dirty="0"/>
              <a:t>, ведь это ваш способ показать профессионализм и умение работать с проектной документацией.</a:t>
            </a:r>
          </a:p>
        </p:txBody>
      </p:sp>
    </p:spTree>
    <p:extLst>
      <p:ext uri="{BB962C8B-B14F-4D97-AF65-F5344CB8AC3E}">
        <p14:creationId xmlns:p14="http://schemas.microsoft.com/office/powerpoint/2010/main" val="12580855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0666DC1-CD27-4874-9484-9D06C59FE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1FBAA32-A972-4299-98FA-631C80F4D8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EF3F9A-9717-4ACB-A30D-96694842C4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95715"/>
            <a:ext cx="6095999" cy="456228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54BD54-A76D-600E-4E73-33A0F0E822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554" y="2687996"/>
            <a:ext cx="5073408" cy="3662545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en-US" sz="2600" dirty="0" err="1"/>
              <a:t>В</a:t>
            </a:r>
            <a:r>
              <a:rPr lang="en-US" sz="2600" dirty="0"/>
              <a:t> </a:t>
            </a:r>
            <a:r>
              <a:rPr lang="en-US" sz="2600" dirty="0" err="1"/>
              <a:t>корне</a:t>
            </a:r>
            <a:r>
              <a:rPr lang="en-US" sz="2600" dirty="0"/>
              <a:t> </a:t>
            </a:r>
            <a:r>
              <a:rPr lang="en-US" sz="2600" dirty="0" err="1"/>
              <a:t>модуля</a:t>
            </a:r>
            <a:r>
              <a:rPr lang="en-US" sz="2600" dirty="0"/>
              <a:t> </a:t>
            </a:r>
            <a:r>
              <a:rPr lang="en-US" sz="2600" dirty="0" err="1"/>
              <a:t>нажмите</a:t>
            </a:r>
            <a:r>
              <a:rPr lang="en-US" sz="2600" dirty="0"/>
              <a:t>:</a:t>
            </a:r>
            <a:br>
              <a:rPr lang="en-US" sz="2600" dirty="0"/>
            </a:br>
            <a:r>
              <a:rPr lang="en-US" sz="2600" b="1" dirty="0"/>
              <a:t>New File → </a:t>
            </a:r>
            <a:r>
              <a:rPr lang="en-US" sz="2600" b="1" dirty="0" err="1"/>
              <a:t>README.md</a:t>
            </a:r>
            <a:br>
              <a:rPr lang="en-US" sz="2600" b="1" dirty="0"/>
            </a:br>
            <a:br>
              <a:rPr lang="en-US" sz="2600" dirty="0"/>
            </a:br>
            <a:r>
              <a:rPr lang="en-US" sz="2600" dirty="0" err="1"/>
              <a:t>Расширение</a:t>
            </a:r>
            <a:r>
              <a:rPr lang="en-US" sz="2600" dirty="0"/>
              <a:t> .md </a:t>
            </a:r>
            <a:r>
              <a:rPr lang="en-US" sz="2600" dirty="0" err="1"/>
              <a:t>означает</a:t>
            </a:r>
            <a:r>
              <a:rPr lang="en-US" sz="2600" dirty="0"/>
              <a:t> </a:t>
            </a:r>
            <a:r>
              <a:rPr lang="en-US" sz="2600" i="1" dirty="0"/>
              <a:t>Markdown</a:t>
            </a:r>
            <a:r>
              <a:rPr lang="en-US" sz="2600" dirty="0"/>
              <a:t> — </a:t>
            </a:r>
            <a:r>
              <a:rPr lang="en-US" sz="2600" dirty="0" err="1"/>
              <a:t>формат</a:t>
            </a:r>
            <a:r>
              <a:rPr lang="en-US" sz="2600" dirty="0"/>
              <a:t>, </a:t>
            </a:r>
            <a:r>
              <a:rPr lang="en-US" sz="2600" dirty="0" err="1"/>
              <a:t>который</a:t>
            </a:r>
            <a:r>
              <a:rPr lang="en-US" sz="2600" dirty="0"/>
              <a:t> </a:t>
            </a:r>
            <a:r>
              <a:rPr lang="en-US" sz="2600" dirty="0" err="1"/>
              <a:t>красиво</a:t>
            </a:r>
            <a:r>
              <a:rPr lang="en-US" sz="2600" dirty="0"/>
              <a:t> </a:t>
            </a:r>
            <a:r>
              <a:rPr lang="en-US" sz="2600" dirty="0" err="1"/>
              <a:t>отображается</a:t>
            </a:r>
            <a:r>
              <a:rPr lang="en-US" sz="2600" dirty="0"/>
              <a:t> </a:t>
            </a:r>
            <a:r>
              <a:rPr lang="en-US" sz="2600" dirty="0" err="1"/>
              <a:t>на</a:t>
            </a:r>
            <a:r>
              <a:rPr lang="en-US" sz="2600" dirty="0"/>
              <a:t> GitHub.</a:t>
            </a:r>
            <a:br>
              <a:rPr lang="en-US" sz="2600" dirty="0"/>
            </a:br>
            <a:br>
              <a:rPr lang="en-US" sz="2600" dirty="0"/>
            </a:br>
            <a:r>
              <a:rPr lang="en-US" sz="2600" dirty="0" err="1"/>
              <a:t>Откройте</a:t>
            </a:r>
            <a:r>
              <a:rPr lang="en-US" sz="2600" dirty="0"/>
              <a:t> </a:t>
            </a:r>
            <a:r>
              <a:rPr lang="en-US" sz="2600" dirty="0" err="1"/>
              <a:t>файл</a:t>
            </a:r>
            <a:r>
              <a:rPr lang="en-US" sz="2600" dirty="0"/>
              <a:t> </a:t>
            </a:r>
            <a:r>
              <a:rPr lang="en-US" sz="2600" dirty="0" err="1"/>
              <a:t>и</a:t>
            </a:r>
            <a:r>
              <a:rPr lang="en-US" sz="2600" dirty="0"/>
              <a:t> </a:t>
            </a:r>
            <a:r>
              <a:rPr lang="en-US" sz="2600" dirty="0" err="1"/>
              <a:t>начните</a:t>
            </a:r>
            <a:r>
              <a:rPr lang="en-US" sz="2600" dirty="0"/>
              <a:t> </a:t>
            </a:r>
            <a:r>
              <a:rPr lang="en-US" sz="2600" dirty="0" err="1"/>
              <a:t>заполнять</a:t>
            </a:r>
            <a:r>
              <a:rPr lang="en-US" sz="2600" dirty="0"/>
              <a:t> </a:t>
            </a:r>
            <a:r>
              <a:rPr lang="en-US" sz="2600" dirty="0" err="1"/>
              <a:t>структуру</a:t>
            </a:r>
            <a:r>
              <a:rPr lang="en-US" sz="2600" dirty="0"/>
              <a:t>.</a:t>
            </a:r>
            <a:br>
              <a:rPr lang="en-US" sz="2600" dirty="0"/>
            </a:br>
            <a:endParaRPr lang="en-US" sz="2600" dirty="0"/>
          </a:p>
        </p:txBody>
      </p:sp>
      <p:pic>
        <p:nvPicPr>
          <p:cNvPr id="4" name="Объект 3" descr="Изображение выглядит как текст, снимок экрана, программное обеспечение, Мультимедийное программное обеспечение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063F7EEB-23A8-5AF5-DE9F-1A3F72A36BA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465" r="28393"/>
          <a:stretch>
            <a:fillRect/>
          </a:stretch>
        </p:blipFill>
        <p:spPr>
          <a:xfrm>
            <a:off x="6095999" y="2295715"/>
            <a:ext cx="6096001" cy="456228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CB4E87A-7054-A0F1-894F-1109B6434669}"/>
              </a:ext>
            </a:extLst>
          </p:cNvPr>
          <p:cNvSpPr txBox="1"/>
          <p:nvPr/>
        </p:nvSpPr>
        <p:spPr>
          <a:xfrm>
            <a:off x="484554" y="1514799"/>
            <a:ext cx="609858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/>
              <a:t>1. Как создать </a:t>
            </a:r>
            <a:r>
              <a:rPr lang="en" sz="3200" b="1" dirty="0"/>
              <a:t>README</a:t>
            </a:r>
          </a:p>
        </p:txBody>
      </p:sp>
    </p:spTree>
    <p:extLst>
      <p:ext uri="{BB962C8B-B14F-4D97-AF65-F5344CB8AC3E}">
        <p14:creationId xmlns:p14="http://schemas.microsoft.com/office/powerpoint/2010/main" val="11530530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71C7DD5-7534-4C64-85EA-F76DC5A3C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F0E09B2-3F30-4CC7-8D68-D65034EA46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5998" cy="3429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44D3AB-1183-03A8-5115-B37A1DAD3E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552" y="365125"/>
            <a:ext cx="5184728" cy="2753386"/>
          </a:xfrm>
        </p:spPr>
        <p:txBody>
          <a:bodyPr anchor="ctr">
            <a:normAutofit/>
          </a:bodyPr>
          <a:lstStyle/>
          <a:p>
            <a:r>
              <a:rPr lang="ru-RU" b="1" dirty="0"/>
              <a:t>2. Что писать в </a:t>
            </a:r>
            <a:r>
              <a:rPr lang="en" b="1" dirty="0"/>
              <a:t>README</a:t>
            </a:r>
            <a:endParaRPr lang="ru-KZ" dirty="0"/>
          </a:p>
        </p:txBody>
      </p:sp>
      <p:pic>
        <p:nvPicPr>
          <p:cNvPr id="7" name="Graphic 6" descr="Субтитры">
            <a:extLst>
              <a:ext uri="{FF2B5EF4-FFF2-40B4-BE49-F238E27FC236}">
                <a16:creationId xmlns:a16="http://schemas.microsoft.com/office/drawing/2014/main" id="{1607E679-0401-A4EB-BAE8-A370DF65F2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87743" y="3291737"/>
            <a:ext cx="3520509" cy="3520509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94078E34-F34C-4282-96E4-6D432572B9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096002" y="0"/>
            <a:ext cx="6095998" cy="6858000"/>
            <a:chOff x="6096002" y="-9073"/>
            <a:chExt cx="6095998" cy="686707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35FC41C-8786-44E0-B81D-ED9000CF61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2" y="-9073"/>
              <a:ext cx="6095998" cy="686707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0967E311-3ADD-4CEE-8B26-8D060DA56E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2" y="-6987"/>
              <a:ext cx="6095998" cy="6864987"/>
            </a:xfrm>
            <a:prstGeom prst="rect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3" name="Объект 2">
            <a:extLst>
              <a:ext uri="{FF2B5EF4-FFF2-40B4-BE49-F238E27FC236}">
                <a16:creationId xmlns:a16="http://schemas.microsoft.com/office/drawing/2014/main" id="{58CD3D19-15CE-184D-1C00-7EE9C16311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8" y="182562"/>
            <a:ext cx="6096002" cy="6675438"/>
          </a:xfrm>
        </p:spPr>
        <p:txBody>
          <a:bodyPr>
            <a:normAutofit/>
          </a:bodyPr>
          <a:lstStyle/>
          <a:p>
            <a:pPr marL="457200" indent="-457200">
              <a:lnSpc>
                <a:spcPct val="110000"/>
              </a:lnSpc>
              <a:buAutoNum type="arabicPeriod"/>
            </a:pPr>
            <a:r>
              <a:rPr lang="ru-RU" dirty="0"/>
              <a:t>Самое первое — заголовок: </a:t>
            </a:r>
            <a:r>
              <a:rPr lang="en" dirty="0"/>
              <a:t># </a:t>
            </a:r>
            <a:r>
              <a:rPr lang="en" dirty="0" err="1"/>
              <a:t>Appliaction</a:t>
            </a:r>
            <a:r>
              <a:rPr lang="en" dirty="0"/>
              <a:t> design pattern</a:t>
            </a:r>
            <a:br>
              <a:rPr lang="en-US" dirty="0"/>
            </a:br>
            <a:r>
              <a:rPr lang="ru-RU" dirty="0"/>
              <a:t>Название должно совпадать с темой</a:t>
            </a:r>
            <a:r>
              <a:rPr lang="en-US" dirty="0"/>
              <a:t>.</a:t>
            </a:r>
          </a:p>
          <a:p>
            <a:pPr marL="457200" indent="-457200">
              <a:lnSpc>
                <a:spcPct val="110000"/>
              </a:lnSpc>
              <a:buFont typeface="Arial" panose="020B0604020202020204" pitchFamily="34" charset="0"/>
              <a:buAutoNum type="arabicPeriod"/>
            </a:pPr>
            <a:r>
              <a:rPr lang="ru-RU" dirty="0"/>
              <a:t>Краткое описание</a:t>
            </a:r>
            <a:r>
              <a:rPr lang="en-US" dirty="0"/>
              <a:t> - </a:t>
            </a:r>
            <a:r>
              <a:rPr lang="ru-RU" dirty="0"/>
              <a:t>Сразу после заголовка — небольшой блок описания.</a:t>
            </a:r>
          </a:p>
          <a:p>
            <a:pPr marL="457200" indent="-457200">
              <a:lnSpc>
                <a:spcPct val="110000"/>
              </a:lnSpc>
              <a:buFont typeface="Arial" panose="020B0604020202020204" pitchFamily="34" charset="0"/>
              <a:buAutoNum type="arabicPeriod"/>
            </a:pPr>
            <a:r>
              <a:rPr lang="ru-RU" dirty="0"/>
              <a:t>Здесь нужно написать пару предложений о том:</a:t>
            </a:r>
            <a:br>
              <a:rPr lang="ru-RU" dirty="0"/>
            </a:br>
            <a:r>
              <a:rPr lang="ru-RU" dirty="0"/>
              <a:t>что было реализовано;</a:t>
            </a:r>
            <a:br>
              <a:rPr lang="ru-RU" dirty="0"/>
            </a:br>
            <a:r>
              <a:rPr lang="ru-RU" dirty="0"/>
              <a:t>какие задачи решены;</a:t>
            </a:r>
            <a:br>
              <a:rPr lang="ru-RU" dirty="0"/>
            </a:br>
            <a:r>
              <a:rPr lang="ru-RU" dirty="0"/>
              <a:t>как устроена структура папок;</a:t>
            </a:r>
            <a:br>
              <a:rPr lang="ru-RU" dirty="0"/>
            </a:br>
            <a:r>
              <a:rPr lang="ru-RU" dirty="0"/>
              <a:t>как запускать код (если требуется);</a:t>
            </a:r>
            <a:br>
              <a:rPr lang="en-US" dirty="0"/>
            </a:br>
            <a:r>
              <a:rPr lang="ru-RU" dirty="0"/>
              <a:t>какие особенности проекта стоит знать другому программисту.</a:t>
            </a:r>
          </a:p>
          <a:p>
            <a:pPr marL="457200" indent="-457200">
              <a:lnSpc>
                <a:spcPct val="110000"/>
              </a:lnSpc>
              <a:buFont typeface="Arial" panose="020B0604020202020204" pitchFamily="34" charset="0"/>
              <a:buAutoNum type="arabicPeriod"/>
            </a:pPr>
            <a:r>
              <a:rPr lang="ru-RU" dirty="0"/>
              <a:t>Чем понятнее и конкретнее — тем лучше.</a:t>
            </a:r>
          </a:p>
          <a:p>
            <a:pPr marL="457200" indent="-457200">
              <a:lnSpc>
                <a:spcPct val="110000"/>
              </a:lnSpc>
              <a:buFont typeface="Arial" panose="020B0604020202020204" pitchFamily="34" charset="0"/>
              <a:buAutoNum type="arabicPeriod"/>
            </a:pPr>
            <a:r>
              <a:rPr lang="ru-RU" dirty="0"/>
              <a:t>Итог / выводы - Короткое заключение:</a:t>
            </a:r>
          </a:p>
          <a:p>
            <a:pPr marL="457200" indent="-457200">
              <a:lnSpc>
                <a:spcPct val="110000"/>
              </a:lnSpc>
              <a:buAutoNum type="arabicPeriod"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159323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A7581CA-F710-68E9-18F0-360F51E6A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Завершение</a:t>
            </a:r>
            <a:endParaRPr lang="ru-KZ" dirty="0"/>
          </a:p>
        </p:txBody>
      </p:sp>
      <p:graphicFrame>
        <p:nvGraphicFramePr>
          <p:cNvPr id="5" name="Объект 2">
            <a:extLst>
              <a:ext uri="{FF2B5EF4-FFF2-40B4-BE49-F238E27FC236}">
                <a16:creationId xmlns:a16="http://schemas.microsoft.com/office/drawing/2014/main" id="{B7806DD2-4B11-C9F4-6373-CBD65E2735A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11112940"/>
              </p:ext>
            </p:extLst>
          </p:nvPr>
        </p:nvGraphicFramePr>
        <p:xfrm>
          <a:off x="123986" y="2355742"/>
          <a:ext cx="12068013" cy="43705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563165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BF5FDB-312B-7BE0-6CC4-B7472FE8B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KZ" dirty="0"/>
              <a:t>Завершение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048E475-F589-DAE8-C43A-D302CA462B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ru-RU" dirty="0"/>
              <a:t>Не забывайте выстраивать архитектуру проекта правильно — </a:t>
            </a:r>
            <a:r>
              <a:rPr lang="ru-RU" b="1" dirty="0"/>
              <a:t>чистая структура — это фундамент вашего успеха в профессии разработчика</a:t>
            </a:r>
            <a:r>
              <a:rPr lang="ru-RU" dirty="0"/>
              <a:t>.</a:t>
            </a:r>
          </a:p>
          <a:p>
            <a:r>
              <a:rPr lang="ru-RU" dirty="0"/>
              <a:t>Применяйте этот подход во всех последующих модулях, сохраняйте порядок и системность — и всё обязательно получится. </a:t>
            </a:r>
            <a:r>
              <a:rPr lang="ru-KZ" dirty="0"/>
              <a:t>😊</a:t>
            </a:r>
          </a:p>
        </p:txBody>
      </p:sp>
    </p:spTree>
    <p:extLst>
      <p:ext uri="{BB962C8B-B14F-4D97-AF65-F5344CB8AC3E}">
        <p14:creationId xmlns:p14="http://schemas.microsoft.com/office/powerpoint/2010/main" val="2406233957"/>
      </p:ext>
    </p:extLst>
  </p:cSld>
  <p:clrMapOvr>
    <a:masterClrMapping/>
  </p:clrMapOvr>
</p:sld>
</file>

<file path=ppt/theme/theme1.xml><?xml version="1.0" encoding="utf-8"?>
<a:theme xmlns:a="http://schemas.openxmlformats.org/drawingml/2006/main" name="MatrixVTI">
  <a:themeElements>
    <a:clrScheme name="Custom 29">
      <a:dk1>
        <a:srgbClr val="000000"/>
      </a:dk1>
      <a:lt1>
        <a:sysClr val="window" lastClr="FFFFFF"/>
      </a:lt1>
      <a:dk2>
        <a:srgbClr val="465959"/>
      </a:dk2>
      <a:lt2>
        <a:srgbClr val="ECF0F0"/>
      </a:lt2>
      <a:accent1>
        <a:srgbClr val="1EBE9B"/>
      </a:accent1>
      <a:accent2>
        <a:srgbClr val="FD7C7C"/>
      </a:accent2>
      <a:accent3>
        <a:srgbClr val="7DA8B5"/>
      </a:accent3>
      <a:accent4>
        <a:srgbClr val="17967B"/>
      </a:accent4>
      <a:accent5>
        <a:srgbClr val="FB7365"/>
      </a:accent5>
      <a:accent6>
        <a:srgbClr val="D39B17"/>
      </a:accent6>
      <a:hlink>
        <a:srgbClr val="EF08F7"/>
      </a:hlink>
      <a:folHlink>
        <a:srgbClr val="8477FE"/>
      </a:folHlink>
    </a:clrScheme>
    <a:fontScheme name="Custom 4">
      <a:majorFont>
        <a:latin typeface="Bahnschrift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trixVTI" id="{A2576CCC-A559-4FD4-A542-772649F65A84}" vid="{5CBC41A9-80A0-44C6-90CD-6D863034352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385</TotalTime>
  <Words>973</Words>
  <Application>Microsoft Macintosh PowerPoint</Application>
  <PresentationFormat>Широкоэкранный</PresentationFormat>
  <Paragraphs>65</Paragraphs>
  <Slides>21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8" baseType="lpstr">
      <vt:lpstr>Arial</vt:lpstr>
      <vt:lpstr>Avenir Next LT Pro</vt:lpstr>
      <vt:lpstr>Bahnschrift</vt:lpstr>
      <vt:lpstr>Helvetica</vt:lpstr>
      <vt:lpstr>Helvetica Neue</vt:lpstr>
      <vt:lpstr>Wingdings</vt:lpstr>
      <vt:lpstr>MatrixVTI</vt:lpstr>
      <vt:lpstr>Что такое структура папок и как правильно создавать GitHub репозиторий добавляя туда структуру</vt:lpstr>
      <vt:lpstr>Структура проекта — это основа удобной разработки. От того, как организованы папки и файлы, зависит: </vt:lpstr>
      <vt:lpstr>Принципы организации структуры</vt:lpstr>
      <vt:lpstr>Пример структуры папок по предмету шаблонное проектирование</vt:lpstr>
      <vt:lpstr>Открываем GitHub и регистрируемся, после регистрации должно появится такое окно </vt:lpstr>
      <vt:lpstr>Справа видим зеленую кнопку “new” и нажимем на нее</vt:lpstr>
      <vt:lpstr>Открывается окно  “создание хранилища“  пишите название хранилища</vt:lpstr>
      <vt:lpstr>Появляется такое окно  и что бы теперь скопировать данный репозиторий в ваш VS code нужно нажать на зеленую кнопку ”code”</vt:lpstr>
      <vt:lpstr>Появляется такое окно вы выбираете тип “https” и копируете код</vt:lpstr>
      <vt:lpstr>Далее переходим в VS code и нажимаем на вкладку “terminal” тем самым мы открываем внутрений терминал вашего VS code</vt:lpstr>
      <vt:lpstr>Окно VS code должна выглядить таким образом</vt:lpstr>
      <vt:lpstr>Далее прописываете команду как – git clone – &lt;вставляете то что скопировали&gt;  и у вас появляется весь проекта который вы импортировали с GitHub</vt:lpstr>
      <vt:lpstr>Как создавать архитектуру?</vt:lpstr>
      <vt:lpstr>Мы помним, что внутри репозитория, который мы только что перенесли с GitHub, пока ничего нет. Теперь открываем проект в VS Code и начинаем создавать структуру.  1. В боковой панели проводника нажимаем “New Folder”.  2. Вводим название папки: module_01.  3. Нажимаем Enter — первая папка модуля создана.  Так мы начинаем формировать основу проекта, в которой каждый модуль будет храниться отдельно и аккуратно. </vt:lpstr>
      <vt:lpstr>Теперь, когда папка module_01 создана, переходим к наполнению её внутренней структурой.  Создаём папки для каждого типа работы  1. Кликаем по папке module_01 правой кнопкой мыши.  2. Выбираем “New Folder”.  3. Создаём три вложенные папки:  homework practice lab  Теперь модуль имеет три раздела — для домашней работы, практической работы и лабораторной. </vt:lpstr>
      <vt:lpstr>3. Добавляем файл задания   Внутри каждой из этих папок нужно создать файл с текстом задания.  Заходим, например,  homework.  Нажимаем “New File”.  Даём имя: </vt:lpstr>
      <vt:lpstr>Readme.md</vt:lpstr>
      <vt:lpstr>В корне модуля нажмите: New File → README.md  Расширение .md означает Markdown — формат, который красиво отображается на GitHub.  Откройте файл и начните заполнять структуру. </vt:lpstr>
      <vt:lpstr>2. Что писать в README</vt:lpstr>
      <vt:lpstr>Завершение</vt:lpstr>
      <vt:lpstr>Завершение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Alikhan Mustafaev</dc:creator>
  <cp:lastModifiedBy>Alikhan Mustafaev</cp:lastModifiedBy>
  <cp:revision>5</cp:revision>
  <dcterms:created xsi:type="dcterms:W3CDTF">2025-10-30T01:11:27Z</dcterms:created>
  <dcterms:modified xsi:type="dcterms:W3CDTF">2025-12-08T04:02:35Z</dcterms:modified>
</cp:coreProperties>
</file>